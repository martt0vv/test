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9" r:id="rId16"/>
    <p:sldId id="278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67" r:id="rId28"/>
    <p:sldId id="269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3885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oundtripDataSignature="AMtx7mg+Uz6giJHEZA7k0TFVB5j3WYlZMg==" r:id="rId31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Николай Александрович Юнев" initials="" lastIdx="3" clrIdx="0"/>
  <p:cmAuthor id="1" name="Николай Александрович Юнев" initials="НАЮ" lastIdx="1" clrIdx="1">
    <p:extLst>
      <p:ext uri="{19B8F6BF-5375-455C-9EA6-DF929625EA0E}">
        <p15:presenceInfo xmlns:p15="http://schemas.microsoft.com/office/powerpoint/2012/main" userId="S-1-5-21-4024017847-956057180-2674020984-66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24D9FA9-B550-4C0C-9298-798E3886F6BB}">
  <a:tblStyle styleId="{224D9FA9-B550-4C0C-9298-798E3886F6B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21" autoAdjust="0"/>
    <p:restoredTop sz="94795" autoAdjust="0"/>
  </p:normalViewPr>
  <p:slideViewPr>
    <p:cSldViewPr snapToGrid="0">
      <p:cViewPr>
        <p:scale>
          <a:sx n="66" d="100"/>
          <a:sy n="66" d="100"/>
        </p:scale>
        <p:origin x="738" y="84"/>
      </p:cViewPr>
      <p:guideLst>
        <p:guide orient="horz" pos="4320"/>
        <p:guide pos="388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2-06T12:15:09.405" idx="1">
    <p:pos x="7465" y="3289"/>
    <p:text>Незабудьте указать СВОИ ДАННЫЕ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p15="http://schemas.microsoft.com/office/powerpoint/2012/main" xmlns:go="http://customooxmlschemas.google.com/" commentPostId="AAAAUnM4I-A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8301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2672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28984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97658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9757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14181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93709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862600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92744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83544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329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13665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405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939674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00739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0720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932073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8995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53897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4674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17A437-4035-4819-885C-86ED138EB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3C58109-E477-4C56-81F9-051BC848AB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668ABF-F429-4C31-B193-57E99C039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84AF7E-3813-430A-BAC5-CEA9BD86D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A53102-9E6A-4F22-A128-258AB744A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047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4E6078-F65F-47C6-B285-24F0A9E8C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ABE3939-7761-4777-9A42-882D03FEC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6232F0-33A2-4973-9E74-02C814C7F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571E51-9CFF-4985-9298-8AE8268E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C849EB-3AEA-4419-B4AF-08CC2F92D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124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6B2722-8FF1-45C3-B0B8-425AC3311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B6DF5A-C32E-43C4-B401-B05D495E4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91324BC-4586-455F-AEFC-A2CF958F2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294FA0-36F4-467C-8BA9-5CEF42114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CFAA68-98A5-4E6A-B1D2-A2EFE0992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984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7147AE-1B35-4B8D-9650-0A667ECA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946A0AD-0E31-443F-99B4-DCD3F1AA7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166E57-5FDC-44DB-A475-814794306C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972AB4-C882-4100-8E28-A0704ACB4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7BAC3A-D3B7-439C-9F4E-99232B51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1077558-BEE2-4C8B-87D2-51A93A3AA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20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A3E8D-B6C0-42AC-BC57-E2A69A616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0B8D54-DC42-4F2C-8C4E-42EAB43E7C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41CDF25-5785-4510-A570-8C7D6207B0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405B919-5CA5-4805-B7E9-269601443C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79CC50F-A927-4126-BA10-8D1F9B4FF8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3A7FADE-8040-491B-92A3-FF6BC877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9D0EACF-43DE-4E3C-AD25-6726FA8E1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3B6AD70-A269-4EA4-9D1B-B4A061215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748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9B7E3F-BFF5-47B6-A665-045132AA3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8A34838-2223-4EAD-A604-A2BF12AD4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CB70D0A-BEC9-4FD6-AFF4-8A6FD5452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14F13B5-7693-489F-8AA0-92131B00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90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1B9DE30-3538-49F4-A646-41CE62377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78951F-0023-47EE-A982-6974EB393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7455598-5883-46D0-B494-05309B881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3375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A2E9B3-AEC9-42A5-B43E-1F270977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AE4D67-757C-421E-B674-8F5879A4B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4BB47D-E285-42A8-9579-A2F2386B2F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FCE950-FBB3-4B33-B398-D80F7B566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6F23D82-592B-409E-AB7F-D4BE9F452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C4BB3A-4A6F-4480-85B0-2C2438154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51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1EC18D-8960-438F-803E-68A6CFC0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5C171E6-699D-43ED-A7A3-E9633C057F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979F3F-5651-4E1D-B956-4AFB4F144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DE489A7-6297-4FE8-A4F5-E68C1C464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1C0D8A-84EF-4C34-B961-D9CA02460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7480EEA-4E6D-4D72-BA71-2EE18D9D5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28704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CC699A-9553-43AD-8ABE-45C35105C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E135C58-5449-4486-B573-4B93952CC3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E43C67-4595-4417-9A92-1484402FF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3C51F9-3DC7-48DA-8578-D932A7C97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1FBEE1-720D-47EE-BB85-1EAEC5552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9253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CDEF0BB-090E-4E0F-8767-BC27779CCC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9602DCB-68FE-4BC1-B7B8-317EDD561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DC9DBB-6D84-4A21-A75C-97B0BECD6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C21B1B-2554-4137-8E14-9C89CE8B7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416F31-CEF2-4A07-BA48-6C90546F0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610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47FCAA-9408-403C-9DC8-1A231E89F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A8974D-6B69-4FED-8492-5949D0A3F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92E83C-F699-4A4C-A56E-E5D2B264B5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DA27EB-1EDB-4808-A809-B3FC5C79EE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8496CC-1FAE-4363-8940-2FDF45D3AD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8782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1128268" y="2632734"/>
            <a:ext cx="9876450" cy="168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Times New Roman"/>
              <a:buNone/>
            </a:pPr>
            <a:r>
              <a:rPr lang="ru-RU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ТЕМА: «РАЗРАБОТКА  </a:t>
            </a:r>
            <a:r>
              <a:rPr lang="en-US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 «</a:t>
            </a:r>
            <a:r>
              <a:rPr lang="en-US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AIRQUALITY</a:t>
            </a:r>
            <a:r>
              <a:rPr lang="ru-RU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»</a:t>
            </a:r>
            <a:r>
              <a:rPr lang="en-US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НА ЯЗЫКЕ ПРОГРАММИРОВАНИЯ </a:t>
            </a:r>
            <a:r>
              <a:rPr lang="en-US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C# </a:t>
            </a:r>
            <a:r>
              <a:rPr lang="ru-RU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 СРЕДЕ РАЗРАБОТКИ </a:t>
            </a:r>
            <a:r>
              <a:rPr lang="en-US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VISUAL STUDIO</a:t>
            </a:r>
            <a:r>
              <a:rPr lang="ru-RU" sz="2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»</a:t>
            </a:r>
            <a:endParaRPr sz="20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001846" y="4988231"/>
            <a:ext cx="391003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Докладчик: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Мартьянов Владислав Андреевич</a:t>
            </a:r>
            <a:endParaRPr sz="1200" b="1" i="0" u="none" strike="noStrike" cap="none" dirty="0">
              <a:solidFill>
                <a:schemeClr val="bg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студент группы 015, 2 курс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Специальность:</a:t>
            </a:r>
            <a:endParaRPr dirty="0"/>
          </a:p>
          <a:p>
            <a:pPr algn="r"/>
            <a:r>
              <a:rPr lang="ru-RU" sz="12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09.02.07 Информационные системы и программирование</a:t>
            </a:r>
          </a:p>
        </p:txBody>
      </p:sp>
      <p:sp>
        <p:nvSpPr>
          <p:cNvPr id="92" name="Google Shape;92;p1"/>
          <p:cNvSpPr/>
          <p:nvPr/>
        </p:nvSpPr>
        <p:spPr>
          <a:xfrm>
            <a:off x="5815884" y="1131557"/>
            <a:ext cx="6096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Автономное учреждение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профессионального образования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Ханты-Мансийского автономного округа – Югра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u="none" strike="noStrike" cap="none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«СУРГУТСКИЙ ПОЛИТЕХНИЧНСКИЙ КОЛЛЕДЖ»</a:t>
            </a:r>
            <a:endParaRPr sz="1200" b="1" i="0" u="none" strike="noStrike" cap="none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2230836" y="2301156"/>
            <a:ext cx="887339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0" i="0" u="none" strike="noStrike" cap="none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400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1173969" y="6257389"/>
            <a:ext cx="62179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sz="105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426269" y="72568"/>
            <a:ext cx="3519788" cy="535351"/>
          </a:xfrm>
        </p:spPr>
        <p:txBody>
          <a:bodyPr>
            <a:normAutofit/>
          </a:bodyPr>
          <a:lstStyle/>
          <a:p>
            <a:pPr algn="r"/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АКТУАЛЬНОСТЬ</a:t>
            </a:r>
            <a:endParaRPr lang="ru-RU" sz="2800" dirty="0"/>
          </a:p>
        </p:txBody>
      </p:sp>
      <p:pic>
        <p:nvPicPr>
          <p:cNvPr id="1030" name="Picture 6" descr="Как следят за качеством воздуха в российских городах - Новости Mail.ru">
            <a:extLst>
              <a:ext uri="{FF2B5EF4-FFF2-40B4-BE49-F238E27FC236}">
                <a16:creationId xmlns:a16="http://schemas.microsoft.com/office/drawing/2014/main" id="{28323484-584B-1377-7239-87E79D8B6B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8306" y="1605109"/>
            <a:ext cx="7535388" cy="4250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 txBox="1"/>
          <p:nvPr/>
        </p:nvSpPr>
        <p:spPr>
          <a:xfrm>
            <a:off x="722376" y="1883078"/>
            <a:ext cx="1085392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ОБЪЕКТ ИССЛЕДОВАНИЯ – 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приложение «</a:t>
            </a:r>
            <a:r>
              <a:rPr lang="en-US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AirQuality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»</a:t>
            </a:r>
            <a:r>
              <a:rPr lang="en-US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lang="ru-RU" sz="700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10154289" y="72567"/>
            <a:ext cx="189987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ВВЕДЕНИЕ</a:t>
            </a:r>
            <a:endParaRPr sz="24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11173969" y="6257389"/>
            <a:ext cx="62179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 sz="105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722376" y="4836095"/>
            <a:ext cx="10634472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ЦЕЛЬ РАБОТЫ – 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разработать </a:t>
            </a:r>
            <a:r>
              <a:rPr lang="en-US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приложение «</a:t>
            </a:r>
            <a:r>
              <a:rPr lang="en-US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AirQuality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»</a:t>
            </a:r>
            <a:r>
              <a:rPr lang="en-US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 языке программирования </a:t>
            </a:r>
            <a:r>
              <a:rPr lang="en-US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C#.</a:t>
            </a:r>
            <a:endParaRPr sz="900" b="1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722376" y="3360631"/>
            <a:ext cx="1045159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ПРЕДМЕТ ИССЛЕДОВАНИЯ – 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доступность информации о качестве воздуха в мире в режиме реального времени</a:t>
            </a:r>
            <a:r>
              <a:rPr lang="en-US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r>
              <a:rPr lang="ru-RU" sz="20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900" b="1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/>
          <p:nvPr/>
        </p:nvSpPr>
        <p:spPr>
          <a:xfrm>
            <a:off x="941833" y="2230550"/>
            <a:ext cx="10853928" cy="249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3200"/>
              <a:buFont typeface="Times New Roman"/>
              <a:buAutoNum type="arabicPeriod"/>
            </a:pPr>
            <a:r>
              <a:rPr lang="ru-RU" sz="3200" dirty="0">
                <a:solidFill>
                  <a:srgbClr val="00467A"/>
                </a:solidFill>
                <a:latin typeface="Times New Roman"/>
                <a:cs typeface="Times New Roman"/>
                <a:sym typeface="Times New Roman"/>
              </a:rPr>
              <a:t>Выбрать архитектуру приложения «</a:t>
            </a:r>
            <a:r>
              <a:rPr lang="en-US" sz="3200" dirty="0">
                <a:solidFill>
                  <a:srgbClr val="00467A"/>
                </a:solidFill>
                <a:latin typeface="Times New Roman"/>
                <a:cs typeface="Times New Roman"/>
                <a:sym typeface="Times New Roman"/>
              </a:rPr>
              <a:t>AirQuality</a:t>
            </a:r>
            <a:r>
              <a:rPr lang="ru-RU" sz="3200" dirty="0">
                <a:solidFill>
                  <a:srgbClr val="00467A"/>
                </a:solidFill>
                <a:latin typeface="Times New Roman"/>
                <a:cs typeface="Times New Roman"/>
                <a:sym typeface="Times New Roman"/>
              </a:rPr>
              <a:t>»</a:t>
            </a:r>
            <a:endParaRPr dirty="0"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3200"/>
              <a:buFont typeface="Times New Roman"/>
              <a:buAutoNum type="arabicPeriod"/>
            </a:pPr>
            <a:r>
              <a:rPr lang="ru-RU" sz="3200" dirty="0">
                <a:solidFill>
                  <a:srgbClr val="00467A"/>
                </a:solidFill>
                <a:latin typeface="Times New Roman"/>
                <a:cs typeface="Times New Roman"/>
                <a:sym typeface="Times New Roman"/>
              </a:rPr>
              <a:t>Разработать дизайн-макет приложения</a:t>
            </a:r>
            <a:endParaRPr dirty="0"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3200"/>
              <a:buFont typeface="Times New Roman"/>
              <a:buAutoNum type="arabicPeriod"/>
            </a:pPr>
            <a:r>
              <a:rPr lang="ru-RU" sz="32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Разработать </a:t>
            </a:r>
            <a:r>
              <a:rPr lang="en-US" sz="32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32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приложение</a:t>
            </a:r>
            <a:endParaRPr dirty="0"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3200"/>
              <a:buFont typeface="Times New Roman"/>
              <a:buAutoNum type="arabicPeriod"/>
            </a:pPr>
            <a:r>
              <a:rPr lang="ru-RU" sz="32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Провести тестирование </a:t>
            </a:r>
            <a:r>
              <a:rPr lang="en-US" sz="32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32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dirty="0"/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3200"/>
              <a:buFont typeface="Times New Roman"/>
              <a:buAutoNum type="arabicPeriod"/>
            </a:pP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9818255" y="72567"/>
            <a:ext cx="175796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ЗАДАЧИ</a:t>
            </a:r>
            <a:endParaRPr sz="24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11173969" y="6257389"/>
            <a:ext cx="62179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endParaRPr sz="105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 txBox="1"/>
          <p:nvPr/>
        </p:nvSpPr>
        <p:spPr>
          <a:xfrm>
            <a:off x="7536873" y="81711"/>
            <a:ext cx="45070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СРЕДСТВА РАЗРАБОТКИ</a:t>
            </a:r>
            <a:endParaRPr sz="24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11173969" y="6257389"/>
            <a:ext cx="62179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sz="105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566628" y="1584079"/>
            <a:ext cx="5157516" cy="369332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Проектирование</a:t>
            </a:r>
            <a:endParaRPr sz="1800" b="1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7" name="Google Shape;127;p5"/>
          <p:cNvSpPr txBox="1"/>
          <p:nvPr/>
        </p:nvSpPr>
        <p:spPr>
          <a:xfrm>
            <a:off x="6595570" y="1584079"/>
            <a:ext cx="5063029" cy="369332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</a:t>
            </a:r>
            <a:endParaRPr sz="1800" b="1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8" name="Google Shape;128;p5"/>
          <p:cNvSpPr txBox="1"/>
          <p:nvPr/>
        </p:nvSpPr>
        <p:spPr>
          <a:xfrm>
            <a:off x="6580155" y="2221406"/>
            <a:ext cx="5063029" cy="2677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2000"/>
              <a:buFont typeface="Noto Sans Symbols"/>
              <a:buChar char="✔"/>
            </a:pPr>
            <a:r>
              <a:rPr lang="ru-RU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visual studio </a:t>
            </a:r>
            <a:r>
              <a:rPr lang="ru-RU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 интегрированная среда разработки на платформе </a:t>
            </a:r>
            <a:r>
              <a:rPr lang="en-US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.NET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2000"/>
              <a:buFont typeface="Noto Sans Symbols"/>
              <a:buChar char="✔"/>
            </a:pPr>
            <a:r>
              <a:rPr lang="en-US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visual studio code – </a:t>
            </a:r>
            <a:r>
              <a:rPr lang="ru-RU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автономный редактор исходного кода, работающий на </a:t>
            </a:r>
            <a:r>
              <a:rPr lang="en-US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Windows, macOS, Linux.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2000"/>
              <a:buFont typeface="Noto Sans Symbols"/>
              <a:buChar char="✔"/>
            </a:pPr>
            <a:r>
              <a:rPr lang="en-US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.NET - </a:t>
            </a:r>
            <a:r>
              <a:rPr lang="ru-RU" sz="16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Бесплатная кросс-платформенная платформа разработки с открытым кодом для создания приложений различных типов. </a:t>
            </a:r>
            <a:endParaRPr lang="en-US" sz="1600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566628" y="2221406"/>
            <a:ext cx="5157516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1800"/>
              <a:buFont typeface="Noto Sans Symbols"/>
              <a:buChar char="✔"/>
            </a:pPr>
            <a:r>
              <a:rPr lang="ru-RU" sz="1800" dirty="0" err="1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flaticon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— сервис с иконками</a:t>
            </a:r>
            <a:endParaRPr sz="1800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1800"/>
              <a:buFont typeface="Noto Sans Symbols"/>
              <a:buChar char="✔"/>
            </a:pPr>
            <a:r>
              <a:rPr lang="en-US" sz="1800" dirty="0" err="1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figma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– </a:t>
            </a:r>
            <a:r>
              <a:rPr lang="ru-RU" sz="1800" dirty="0" err="1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cервис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по созда</a:t>
            </a:r>
            <a:r>
              <a:rPr lang="ru-RU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нию интерфейсов и прототипирования</a:t>
            </a:r>
            <a:endParaRPr sz="600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1" name="Google Shape;131;p5" descr="ÐÐ°ÑÑÐ¸Ð½ÐºÐ¸ Ð¿Ð¾ Ð·Ð°Ð¿ÑÐ¾ÑÑ Mockuphon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9681" y="3833159"/>
            <a:ext cx="539966" cy="5399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D17358-691F-42EF-A3F9-EF94997B0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5681" y="3828189"/>
            <a:ext cx="359977" cy="53996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F75D8CA-5711-4809-BBA1-5072E81B7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9281" y="5167016"/>
            <a:ext cx="605133" cy="60513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11B7A7F-3C99-4B17-959B-DA451655A1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88888" y="5167016"/>
            <a:ext cx="539966" cy="53996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FB9345A-84F2-4FBF-982B-94046714B8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1669" y="5167016"/>
            <a:ext cx="539966" cy="5399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ПРОЕКТИРОВАНИЕ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sz="105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E748D27-7A62-474B-BA7D-CA68503C864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238139" y="1607660"/>
            <a:ext cx="4728437" cy="364268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743E7C0-504E-4CAC-B5B8-1054A8A7110C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445532" y="1607660"/>
            <a:ext cx="4728437" cy="36426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ПРОЕКТИРОВАНИЕ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92EE2EE-3933-4DD5-90A2-A23C7BE45170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94515" y="2071607"/>
            <a:ext cx="4657724" cy="3159761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4CF4381-AB2E-4A5D-8D81-09B2EE4D2CC3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096000" y="2071606"/>
            <a:ext cx="4678012" cy="3159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2085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ПРОЕКТИРОВАНИЕ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302E78-3D6A-4843-9249-AF432E1E9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314" y="1782791"/>
            <a:ext cx="6077369" cy="1189811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22D86F9-6B34-492A-8F07-27D591C302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8149" y="3429000"/>
            <a:ext cx="3695700" cy="207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21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DD62CB1-A0DB-4B3C-87F1-86DD4016E48E}"/>
              </a:ext>
            </a:extLst>
          </p:cNvPr>
          <p:cNvPicPr/>
          <p:nvPr/>
        </p:nvPicPr>
        <p:blipFill rotWithShape="1">
          <a:blip r:embed="rId4"/>
          <a:srcRect t="-1062" r="65121" b="-1"/>
          <a:stretch/>
        </p:blipFill>
        <p:spPr bwMode="auto">
          <a:xfrm>
            <a:off x="4366101" y="2119471"/>
            <a:ext cx="3459798" cy="261905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016533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D609A08-E689-4320-894B-0BA3FB77B77F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707105" y="1996122"/>
            <a:ext cx="7150101" cy="311880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9439308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1C5981-5218-409C-91E7-E9AAD9DBA730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428875" y="1056590"/>
            <a:ext cx="7334250" cy="474481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563601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BA81C6-2AF5-49D4-9852-459E41674CB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240789" y="1378586"/>
            <a:ext cx="4643438" cy="247903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2723ECF-53BB-4A75-960A-8AD12D694A52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214439" y="1378585"/>
            <a:ext cx="4736772" cy="247903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7763D4-EB3E-40F5-90CB-2CFDD06B0971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3892720" y="4103631"/>
            <a:ext cx="4643438" cy="22867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341903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954043-DE6D-49AC-BD85-CCBF6BAA60F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247607" y="1613772"/>
            <a:ext cx="5929313" cy="383190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520072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A2ED7C-3701-491B-BD75-1B4C2BDD3F8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37717" y="1772698"/>
            <a:ext cx="5500254" cy="44037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54E747-5358-42BC-9691-B5B494B174D7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225426" y="1772698"/>
            <a:ext cx="5628857" cy="22828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6042991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6D3F6BB-728A-4677-B389-1D6609798D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185276" y="1310639"/>
            <a:ext cx="5562600" cy="423672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3787191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16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54E802-8F5D-43CD-8B60-A98BCC44DBE0}"/>
              </a:ext>
            </a:extLst>
          </p:cNvPr>
          <p:cNvPicPr/>
          <p:nvPr/>
        </p:nvPicPr>
        <p:blipFill rotWithShape="1">
          <a:blip r:embed="rId4"/>
          <a:srcRect r="27770" b="34361"/>
          <a:stretch/>
        </p:blipFill>
        <p:spPr>
          <a:xfrm>
            <a:off x="441123" y="1523678"/>
            <a:ext cx="4688090" cy="473371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068AD35-66E3-4A99-9A09-60F6F7056AC1}"/>
              </a:ext>
            </a:extLst>
          </p:cNvPr>
          <p:cNvPicPr/>
          <p:nvPr/>
        </p:nvPicPr>
        <p:blipFill rotWithShape="1">
          <a:blip r:embed="rId4"/>
          <a:srcRect l="15829" t="65630"/>
          <a:stretch/>
        </p:blipFill>
        <p:spPr>
          <a:xfrm>
            <a:off x="5474209" y="1523678"/>
            <a:ext cx="6276668" cy="22002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7857598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17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63F92EF-597E-490B-B714-8AD4A6D662D8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005571" y="1770697"/>
            <a:ext cx="5922010" cy="331660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881880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18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959357-6302-4EAC-8FE2-ACAFC247B34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41490" y="1837055"/>
            <a:ext cx="5125086" cy="373507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38427F-D627-4514-A8DE-784719AE2F63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586866" y="1837055"/>
            <a:ext cx="4763644" cy="11811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9435726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91C7B6-AEF5-4F23-9024-040937E99D44}"/>
              </a:ext>
            </a:extLst>
          </p:cNvPr>
          <p:cNvPicPr/>
          <p:nvPr/>
        </p:nvPicPr>
        <p:blipFill rotWithShape="1">
          <a:blip r:embed="rId4"/>
          <a:srcRect t="23362"/>
          <a:stretch/>
        </p:blipFill>
        <p:spPr bwMode="auto">
          <a:xfrm>
            <a:off x="3057315" y="1293311"/>
            <a:ext cx="6077369" cy="42713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65914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8355926-1897-4C8C-98B7-AC65A9A1C34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787935" y="1300163"/>
            <a:ext cx="6616130" cy="47434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767083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21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E6D33E9-39D9-4A9F-9341-CD043D7ABBE0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856454" y="1143118"/>
            <a:ext cx="6220244" cy="457176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3652553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22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D4821B3-F6CD-4E17-B102-696F78332A4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537576" y="1109920"/>
            <a:ext cx="6858000" cy="51474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9871050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23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73DF70D-1660-4B07-8AED-401E335B4179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90512" y="1847452"/>
            <a:ext cx="5805488" cy="35389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930D75-7430-4291-BCE2-B0091B2D196A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214841" y="1805681"/>
            <a:ext cx="5829103" cy="358070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4185011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24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D2FAD8C-A961-4D58-884D-5222BA1F30E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031287" y="2224325"/>
            <a:ext cx="6077369" cy="313348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7682997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25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76C164-B5EB-41EE-804A-BEA92B5F205E}"/>
              </a:ext>
            </a:extLst>
          </p:cNvPr>
          <p:cNvPicPr/>
          <p:nvPr/>
        </p:nvPicPr>
        <p:blipFill rotWithShape="1">
          <a:blip r:embed="rId4"/>
          <a:srcRect b="59036"/>
          <a:stretch/>
        </p:blipFill>
        <p:spPr>
          <a:xfrm>
            <a:off x="486727" y="1662734"/>
            <a:ext cx="5357698" cy="338296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AF8123D-4D8B-4A47-A817-894726EF883E}"/>
              </a:ext>
            </a:extLst>
          </p:cNvPr>
          <p:cNvPicPr/>
          <p:nvPr/>
        </p:nvPicPr>
        <p:blipFill rotWithShape="1">
          <a:blip r:embed="rId4"/>
          <a:srcRect t="40256"/>
          <a:stretch/>
        </p:blipFill>
        <p:spPr>
          <a:xfrm>
            <a:off x="6347576" y="1662734"/>
            <a:ext cx="4675822" cy="338296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2092704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5966576" y="81711"/>
            <a:ext cx="60773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РАЗРАБОТКА 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233CDE-B7D6-4B8D-9D95-1C53827A182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81000" y="1835388"/>
            <a:ext cx="6497320" cy="34086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8848AC-E8FA-41B5-AA49-F936A9E78BC2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7265614" y="1835388"/>
            <a:ext cx="4219251" cy="208002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124377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2"/>
          <p:cNvSpPr txBox="1"/>
          <p:nvPr/>
        </p:nvSpPr>
        <p:spPr>
          <a:xfrm>
            <a:off x="5858592" y="45135"/>
            <a:ext cx="6174911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ПЕРСПЕКТИВЫ</a:t>
            </a:r>
            <a:endParaRPr sz="24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649890" y="1506931"/>
            <a:ext cx="11082528" cy="2169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1800"/>
              <a:buFont typeface="Times New Roman"/>
              <a:buAutoNum type="arabicPeriod"/>
            </a:pPr>
            <a:r>
              <a:rPr lang="ru-RU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оработка графического пользовательского интерфейса;</a:t>
            </a:r>
            <a:endParaRPr sz="1800" dirty="0">
              <a:solidFill>
                <a:srgbClr val="00467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1800"/>
              <a:buFont typeface="Times New Roman"/>
              <a:buAutoNum type="arabicPeriod"/>
            </a:pPr>
            <a:r>
              <a:rPr lang="ru-RU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тображение большего количества данных; 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1800"/>
              <a:buFont typeface="Times New Roman"/>
              <a:buAutoNum type="arabicPeriod"/>
            </a:pPr>
            <a:r>
              <a:rPr lang="ru-RU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обавления вкладки карты с динамическим отображением информации;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67A"/>
              </a:buClr>
              <a:buSzPts val="1800"/>
              <a:buFont typeface="Times New Roman"/>
              <a:buAutoNum type="arabicPeriod"/>
            </a:pPr>
            <a:r>
              <a:rPr lang="ru-RU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ереход на кроссплатформенный GUI-фреймворк, для дальнейшего распространения приложения на платформах Linux, </a:t>
            </a:r>
            <a:r>
              <a:rPr lang="ru-RU" sz="1800" dirty="0" err="1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macOS</a:t>
            </a:r>
            <a:r>
              <a:rPr lang="ru-RU" sz="1800" dirty="0">
                <a:solidFill>
                  <a:srgbClr val="00467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 </a:t>
            </a:r>
          </a:p>
        </p:txBody>
      </p:sp>
      <p:sp>
        <p:nvSpPr>
          <p:cNvPr id="270" name="Google Shape;270;p12"/>
          <p:cNvSpPr txBox="1"/>
          <p:nvPr/>
        </p:nvSpPr>
        <p:spPr>
          <a:xfrm>
            <a:off x="11173969" y="6257389"/>
            <a:ext cx="6217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27</a:t>
            </a:r>
            <a:endParaRPr sz="105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"/>
          <p:cNvSpPr txBox="1">
            <a:spLocks noGrp="1"/>
          </p:cNvSpPr>
          <p:nvPr>
            <p:ph type="ctrTitle"/>
          </p:nvPr>
        </p:nvSpPr>
        <p:spPr>
          <a:xfrm>
            <a:off x="7213601" y="5098472"/>
            <a:ext cx="4174836" cy="124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Мартьянов Владислав Андреевич</a:t>
            </a:r>
            <a:b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b="1" u="sng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martanovvlad0@gmail.com</a:t>
            </a:r>
            <a:br>
              <a:rPr lang="ru-RU" sz="1800" b="1" u="sng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89</a:t>
            </a:r>
            <a:r>
              <a:rPr lang="en-US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991763169</a:t>
            </a:r>
            <a:endParaRPr sz="18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282;p14"/>
          <p:cNvSpPr txBox="1">
            <a:spLocks/>
          </p:cNvSpPr>
          <p:nvPr/>
        </p:nvSpPr>
        <p:spPr>
          <a:xfrm>
            <a:off x="1034473" y="1745673"/>
            <a:ext cx="3546763" cy="468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8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СОДЕРЖАНИЕ</a:t>
            </a:r>
          </a:p>
        </p:txBody>
      </p:sp>
      <p:sp>
        <p:nvSpPr>
          <p:cNvPr id="4" name="Google Shape;282;p14"/>
          <p:cNvSpPr txBox="1">
            <a:spLocks/>
          </p:cNvSpPr>
          <p:nvPr/>
        </p:nvSpPr>
        <p:spPr>
          <a:xfrm>
            <a:off x="1150446" y="4601323"/>
            <a:ext cx="5322926" cy="994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1 – Титульный </a:t>
            </a: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2 – Актуальность</a:t>
            </a: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3 – Введение</a:t>
            </a: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4</a:t>
            </a:r>
            <a:r>
              <a:rPr lang="en-US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Задачи</a:t>
            </a:r>
            <a:endParaRPr lang="en-US" sz="16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5 </a:t>
            </a:r>
            <a:r>
              <a:rPr lang="en-US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</a:t>
            </a: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Средства разработки</a:t>
            </a: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6 </a:t>
            </a:r>
            <a:r>
              <a:rPr lang="en-US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</a:t>
            </a: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Проектирование </a:t>
            </a:r>
            <a:r>
              <a:rPr lang="en-US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9 </a:t>
            </a:r>
            <a:r>
              <a:rPr lang="en-US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</a:t>
            </a: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Разработка </a:t>
            </a:r>
            <a:r>
              <a:rPr lang="en-US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Desktop-</a:t>
            </a: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27 </a:t>
            </a:r>
            <a:r>
              <a:rPr lang="en-US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</a:t>
            </a: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Перспективы</a:t>
            </a:r>
          </a:p>
          <a:p>
            <a:pPr algn="l">
              <a:lnSpc>
                <a:spcPct val="150000"/>
              </a:lnSpc>
              <a:buClr>
                <a:schemeClr val="lt1"/>
              </a:buClr>
              <a:buSzPts val="3200"/>
              <a:buFont typeface="Times New Roman"/>
              <a:buNone/>
            </a:pPr>
            <a:r>
              <a:rPr lang="ru-RU" sz="16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Слайд 28 - Содержание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679</TotalTime>
  <Words>349</Words>
  <Application>Microsoft Office PowerPoint</Application>
  <PresentationFormat>Широкоэкранный</PresentationFormat>
  <Paragraphs>93</Paragraphs>
  <Slides>28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Noto Sans Symbols</vt:lpstr>
      <vt:lpstr>Times New Roman</vt:lpstr>
      <vt:lpstr>Тема Office</vt:lpstr>
      <vt:lpstr>ТЕМА: «РАЗРАБОТКА  DESKTOP-ПРИЛОЖЕНИЯ «AIRQUALITY»  НА ЯЗЫКЕ ПРОГРАММИРОВАНИЯ C# В СРЕДЕ РАЗРАБОТКИ VISUAL STUDIO»</vt:lpstr>
      <vt:lpstr>АКТУАЛЬНОСТЬ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Мартьянов Владислав Андреевич martanovvlad0@gmail.com 89991763169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ТЕМА: «РАЗРАБОТКА МОБИЛЬНОГО ПРИЛОЖЕНИЯ  «INTERNET SECURITY» ДЛЯ ПЛАТФОРМЫ IOS С ИСПОЛЬЗОВАНИЕМ ЯЗЫКА ПРОГРАММИРОВАНИЯ SWIFT»</dc:title>
  <dc:creator>Николай Александрович Юнев</dc:creator>
  <cp:lastModifiedBy>Fast-company</cp:lastModifiedBy>
  <cp:revision>19</cp:revision>
  <dcterms:created xsi:type="dcterms:W3CDTF">2021-03-12T10:02:12Z</dcterms:created>
  <dcterms:modified xsi:type="dcterms:W3CDTF">2022-05-29T22:47:05Z</dcterms:modified>
</cp:coreProperties>
</file>