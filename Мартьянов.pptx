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p15:clr>
            <a:srgbClr val="A4A3A4"/>
          </p15:clr>
        </p15:guide>
        <p15:guide id="2" pos="3885">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oundtripDataSignature="AMtx7mg+Uz6giJHEZA7k0TFVB5j3WYlZMg==" r:id="rId22"/>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Николай Александрович Юнев" initials="" lastIdx="3" clrIdx="0"/>
  <p:cmAuthor id="1" name="Николай Александрович Юнев" initials="НАЮ" lastIdx="1" clrIdx="1">
    <p:extLst>
      <p:ext uri="{19B8F6BF-5375-455C-9EA6-DF929625EA0E}">
        <p15:presenceInfo xmlns:p15="http://schemas.microsoft.com/office/powerpoint/2012/main" userId="S-1-5-21-4024017847-956057180-2674020984-66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4D9FA9-B550-4C0C-9298-798E3886F6BB}">
  <a:tblStyle styleId="{224D9FA9-B550-4C0C-9298-798E3886F6B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21" autoAdjust="0"/>
    <p:restoredTop sz="94795" autoAdjust="0"/>
  </p:normalViewPr>
  <p:slideViewPr>
    <p:cSldViewPr snapToGrid="0">
      <p:cViewPr varScale="1">
        <p:scale>
          <a:sx n="107" d="100"/>
          <a:sy n="107" d="100"/>
        </p:scale>
        <p:origin x="168" y="928"/>
      </p:cViewPr>
      <p:guideLst>
        <p:guide orient="horz" pos="4320"/>
        <p:guide pos="3885"/>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2-02-06T12:15:09.405" idx="1">
    <p:pos x="7465" y="3289"/>
    <p:text>Незабудьте указать СВОИ ДАННЫЕ</p:text>
    <p:extLst>
      <p:ext uri="{C676402C-5697-4E1C-873F-D02D1690AC5C}">
        <p15:threadingInfo xmlns:p15="http://schemas.microsoft.com/office/powerpoint/2012/main" timeZoneBias="0"/>
      </p:ext>
      <p:ext uri="http://customooxmlschemas.google.com/">
        <go:slidesCustomData xmlns:go="http://customooxmlschemas.google.com/" xmlns:p15="http://schemas.microsoft.com/office/powerpoint/2012/main" xmlns="" commentPostId="AAAAUnM4I-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17A437-4035-4819-885C-86ED138EB4D3}"/>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3C58109-E477-4C56-81F9-051BC848AB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E668ABF-F429-4C31-B193-57E99C0390FC}"/>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8284AF7E-3813-430A-BAC5-CEA9BD86D03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4A53102-9E6A-4F22-A128-258AB744ADE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2992047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4E6078-F65F-47C6-B285-24F0A9E8C96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ABE3939-7761-4777-9A42-882D03FEC5D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46232F0-33A2-4973-9E74-02C814C7F05C}"/>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62571E51-9CFF-4985-9298-8AE8268EE44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5C849EB-3AEA-4419-B4AF-08CC2F92DF4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3491124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6B2722-8FF1-45C3-B0B8-425AC331110C}"/>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FB6DF5A-C32E-43C4-B401-B05D495E46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91324BC-4586-455F-AEFC-A2CF958F2C69}"/>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D5294FA0-36F4-467C-8BA9-5CEF421142D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1CFAA68-98A5-4E6A-B1D2-A2EFE099296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1943984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7147AE-1B35-4B8D-9650-0A667ECA10B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946A0AD-0E31-443F-99B4-DCD3F1AA7F47}"/>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E6166E57-5FDC-44DB-A475-814794306CB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E972AB4-C882-4100-8E28-A0704ACB4FF8}"/>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A37BAC3A-D3B7-439C-9F4E-99232B519FE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1077558-BEE2-4C8B-87D2-51A93A3AA2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39720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1A3E8D-B6C0-42AC-BC57-E2A69A61652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A0B8D54-DC42-4F2C-8C4E-42EAB43E7C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41CDF25-5785-4510-A570-8C7D6207B00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E405B919-5CA5-4805-B7E9-269601443C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79CC50F-A927-4126-BA10-8D1F9B4FF85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3A7FADE-8040-491B-92A3-FF6BC8775AE6}"/>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69D0EACF-43DE-4E3C-AD25-6726FA8E12C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3B6AD70-A269-4EA4-9D1B-B4A06121592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357748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9B7E3F-BFF5-47B6-A665-045132AA30C2}"/>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8A34838-2223-4EAD-A604-A2BF12AD45A0}"/>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FCB70D0A-BEC9-4FD6-AFF4-8A6FD5452C7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14F13B5-7693-489F-8AA0-92131B001C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3759031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61B9DE30-3538-49F4-A646-41CE623772D8}"/>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5878951F-0023-47EE-A982-6974EB39350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7455598-5883-46D0-B494-05309B8810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1993375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A2E9B3-AEC9-42A5-B43E-1F270977FD8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BAE4D67-757C-421E-B674-8F5879A4B5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14BB47D-E285-42A8-9579-A2F2386B2F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1FCE950-FBB3-4B33-B398-D80F7B56662C}"/>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86F23D82-592B-409E-AB7F-D4BE9F452AD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1C4BB3A-4A6F-4480-85B0-2C243815461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102951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1EC18D-8960-438F-803E-68A6CFC0624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F5C171E6-699D-43ED-A7A3-E9633C057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4A979F3F-5651-4E1D-B956-4AFB4F1441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DE489A7-6297-4FE8-A4F5-E68C1C46479A}"/>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791C0D8A-84EF-4C34-B961-D9CA0246068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7480EEA-4E6D-4D72-BA71-2EE18D9D58D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239128704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CC699A-9553-43AD-8ABE-45C35105CC6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E135C58-5449-4486-B573-4B93952CC33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9E43C67-4595-4417-9A92-1484402FFE16}"/>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D33C51F9-3DC7-48DA-8578-D932A7C972A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F1FBEE1-720D-47EE-BB85-1EAEC55523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3679253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8CDEF0BB-090E-4E0F-8767-BC27779CCC06}"/>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9602DCB-68FE-4BC1-B7B8-317EDD56152D}"/>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6DC9DBB-6D84-4A21-A75C-97B0BECD687B}"/>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94C21B1B-2554-4137-8E14-9C89CE8B7D9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D416F31-CEF2-4A07-BA48-6C90546F0D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246610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47FCAA-9408-403C-9DC8-1A231E89F7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67A8974D-6B69-4FED-8492-5949D0A3F4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A92E83C-F699-4A4C-A56E-E5D2B264B5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a:p>
        </p:txBody>
      </p:sp>
      <p:sp>
        <p:nvSpPr>
          <p:cNvPr id="5" name="Нижний колонтитул 4">
            <a:extLst>
              <a:ext uri="{FF2B5EF4-FFF2-40B4-BE49-F238E27FC236}">
                <a16:creationId xmlns:a16="http://schemas.microsoft.com/office/drawing/2014/main" id="{71DA27EB-1EDB-4808-A809-B3FC5C79EE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E8496CC-1FAE-4363-8940-2FDF45D3AD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ru-RU" smtClean="0"/>
              <a:t>‹#›</a:t>
            </a:fld>
            <a:endParaRPr lang="ru-RU"/>
          </a:p>
        </p:txBody>
      </p:sp>
    </p:spTree>
    <p:extLst>
      <p:ext uri="{BB962C8B-B14F-4D97-AF65-F5344CB8AC3E}">
        <p14:creationId xmlns:p14="http://schemas.microsoft.com/office/powerpoint/2010/main" val="7587827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128268" y="2632734"/>
            <a:ext cx="9876450" cy="1685317"/>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lt1"/>
              </a:buClr>
              <a:buSzPts val="2000"/>
              <a:buFont typeface="Times New Roman"/>
              <a:buNone/>
            </a:pPr>
            <a:r>
              <a:rPr lang="ru-RU" sz="2000" b="1" dirty="0">
                <a:solidFill>
                  <a:schemeClr val="lt1"/>
                </a:solidFill>
                <a:latin typeface="Times New Roman"/>
                <a:ea typeface="Times New Roman"/>
                <a:cs typeface="Times New Roman"/>
                <a:sym typeface="Times New Roman"/>
              </a:rPr>
              <a:t>ТЕМА: «РАЗРАБОТКА  </a:t>
            </a:r>
            <a:r>
              <a:rPr lang="en-US" sz="2000" b="1" dirty="0">
                <a:solidFill>
                  <a:schemeClr val="lt1"/>
                </a:solidFill>
                <a:latin typeface="Times New Roman"/>
                <a:ea typeface="Times New Roman"/>
                <a:cs typeface="Times New Roman"/>
                <a:sym typeface="Times New Roman"/>
              </a:rPr>
              <a:t>DESKTOP-</a:t>
            </a:r>
            <a:r>
              <a:rPr lang="ru-RU" sz="2000" b="1" dirty="0">
                <a:solidFill>
                  <a:schemeClr val="lt1"/>
                </a:solidFill>
                <a:latin typeface="Times New Roman"/>
                <a:ea typeface="Times New Roman"/>
                <a:cs typeface="Times New Roman"/>
                <a:sym typeface="Times New Roman"/>
              </a:rPr>
              <a:t>ПРИЛОЖЕНИЯ «</a:t>
            </a:r>
            <a:r>
              <a:rPr lang="en-US" sz="2000" b="1" dirty="0">
                <a:solidFill>
                  <a:schemeClr val="lt1"/>
                </a:solidFill>
                <a:latin typeface="Times New Roman"/>
                <a:ea typeface="Times New Roman"/>
                <a:cs typeface="Times New Roman"/>
                <a:sym typeface="Times New Roman"/>
              </a:rPr>
              <a:t>AIRQUALITY</a:t>
            </a:r>
            <a:r>
              <a:rPr lang="ru-RU" sz="2000" b="1" dirty="0">
                <a:solidFill>
                  <a:schemeClr val="lt1"/>
                </a:solidFill>
                <a:latin typeface="Times New Roman"/>
                <a:ea typeface="Times New Roman"/>
                <a:cs typeface="Times New Roman"/>
                <a:sym typeface="Times New Roman"/>
              </a:rPr>
              <a:t>»</a:t>
            </a:r>
            <a:r>
              <a:rPr lang="en-US" sz="2000" b="1" dirty="0">
                <a:solidFill>
                  <a:schemeClr val="lt1"/>
                </a:solidFill>
                <a:latin typeface="Times New Roman"/>
                <a:ea typeface="Times New Roman"/>
                <a:cs typeface="Times New Roman"/>
                <a:sym typeface="Times New Roman"/>
              </a:rPr>
              <a:t> </a:t>
            </a:r>
            <a:r>
              <a:rPr lang="ru-RU" sz="2000" b="1" dirty="0">
                <a:solidFill>
                  <a:schemeClr val="lt1"/>
                </a:solidFill>
                <a:latin typeface="Times New Roman"/>
                <a:ea typeface="Times New Roman"/>
                <a:cs typeface="Times New Roman"/>
                <a:sym typeface="Times New Roman"/>
              </a:rPr>
              <a:t>	НА ЯЗЫКЕ ПРОГРАММИРОВАНИЯ </a:t>
            </a:r>
            <a:r>
              <a:rPr lang="en-US" sz="2000" b="1" dirty="0">
                <a:solidFill>
                  <a:schemeClr val="lt1"/>
                </a:solidFill>
                <a:latin typeface="Times New Roman"/>
                <a:ea typeface="Times New Roman"/>
                <a:cs typeface="Times New Roman"/>
                <a:sym typeface="Times New Roman"/>
              </a:rPr>
              <a:t>C# </a:t>
            </a:r>
            <a:r>
              <a:rPr lang="ru-RU" sz="2000" b="1" dirty="0">
                <a:solidFill>
                  <a:schemeClr val="lt1"/>
                </a:solidFill>
                <a:latin typeface="Times New Roman"/>
                <a:ea typeface="Times New Roman"/>
                <a:cs typeface="Times New Roman"/>
                <a:sym typeface="Times New Roman"/>
              </a:rPr>
              <a:t>В СРЕДЕ РАЗРАБОТКИ </a:t>
            </a:r>
            <a:r>
              <a:rPr lang="en-US" sz="2000" b="1" dirty="0">
                <a:solidFill>
                  <a:schemeClr val="lt1"/>
                </a:solidFill>
                <a:latin typeface="Times New Roman"/>
                <a:ea typeface="Times New Roman"/>
                <a:cs typeface="Times New Roman"/>
                <a:sym typeface="Times New Roman"/>
              </a:rPr>
              <a:t>VISUAL STUDIO</a:t>
            </a:r>
            <a:r>
              <a:rPr lang="ru-RU" sz="2000" b="1" dirty="0">
                <a:solidFill>
                  <a:schemeClr val="lt1"/>
                </a:solidFill>
                <a:latin typeface="Times New Roman"/>
                <a:ea typeface="Times New Roman"/>
                <a:cs typeface="Times New Roman"/>
                <a:sym typeface="Times New Roman"/>
              </a:rPr>
              <a:t>»</a:t>
            </a:r>
            <a:endParaRPr sz="2000" b="1" dirty="0">
              <a:solidFill>
                <a:schemeClr val="lt1"/>
              </a:solidFill>
              <a:latin typeface="Times New Roman"/>
              <a:ea typeface="Times New Roman"/>
              <a:cs typeface="Times New Roman"/>
              <a:sym typeface="Times New Roman"/>
            </a:endParaRPr>
          </a:p>
        </p:txBody>
      </p:sp>
      <p:sp>
        <p:nvSpPr>
          <p:cNvPr id="90" name="Google Shape;90;p1"/>
          <p:cNvSpPr txBox="1"/>
          <p:nvPr/>
        </p:nvSpPr>
        <p:spPr>
          <a:xfrm>
            <a:off x="8001846" y="4988231"/>
            <a:ext cx="3910038" cy="120028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Докладчик:</a:t>
            </a:r>
            <a:endParaRPr dirty="0"/>
          </a:p>
          <a:p>
            <a:pPr marL="0" marR="0" lvl="0" indent="0" algn="r" rtl="0">
              <a:spcBef>
                <a:spcPts val="0"/>
              </a:spcBef>
              <a:spcAft>
                <a:spcPts val="0"/>
              </a:spcAft>
              <a:buNone/>
            </a:pPr>
            <a:r>
              <a:rPr lang="ru-RU" sz="1200" b="1" dirty="0">
                <a:solidFill>
                  <a:schemeClr val="bg1"/>
                </a:solidFill>
                <a:latin typeface="Times New Roman"/>
                <a:ea typeface="Times New Roman"/>
                <a:cs typeface="Times New Roman"/>
                <a:sym typeface="Times New Roman"/>
              </a:rPr>
              <a:t>Мартьянов Владислав Андреевич</a:t>
            </a:r>
            <a:endParaRPr sz="1200" b="1" i="0" u="none" strike="noStrike" cap="none" dirty="0">
              <a:solidFill>
                <a:schemeClr val="bg1"/>
              </a:solidFill>
              <a:latin typeface="Times New Roman"/>
              <a:ea typeface="Times New Roman"/>
              <a:cs typeface="Times New Roman"/>
              <a:sym typeface="Times New Roman"/>
            </a:endParaRPr>
          </a:p>
          <a:p>
            <a:pPr marL="0" marR="0" lvl="0" indent="0" algn="r" rtl="0">
              <a:spcBef>
                <a:spcPts val="0"/>
              </a:spcBef>
              <a:spcAft>
                <a:spcPts val="0"/>
              </a:spcAft>
              <a:buNone/>
            </a:pPr>
            <a:r>
              <a:rPr lang="ru-RU" sz="1200" b="0" i="0" u="none" strike="noStrike" cap="none" dirty="0">
                <a:solidFill>
                  <a:schemeClr val="lt1"/>
                </a:solidFill>
                <a:latin typeface="Times New Roman"/>
                <a:ea typeface="Times New Roman"/>
                <a:cs typeface="Times New Roman"/>
                <a:sym typeface="Times New Roman"/>
              </a:rPr>
              <a:t>студент группы 015, 2 курс</a:t>
            </a:r>
            <a:endParaRPr dirty="0"/>
          </a:p>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Специальность:</a:t>
            </a:r>
            <a:endParaRPr dirty="0"/>
          </a:p>
          <a:p>
            <a:pPr algn="r"/>
            <a:r>
              <a:rPr lang="ru-RU" sz="1200" dirty="0">
                <a:solidFill>
                  <a:schemeClr val="lt1"/>
                </a:solidFill>
                <a:latin typeface="Times New Roman"/>
                <a:ea typeface="Times New Roman"/>
                <a:cs typeface="Times New Roman"/>
                <a:sym typeface="Times New Roman"/>
              </a:rPr>
              <a:t>09.02.07 Информационные системы и программирование</a:t>
            </a:r>
          </a:p>
        </p:txBody>
      </p:sp>
      <p:sp>
        <p:nvSpPr>
          <p:cNvPr id="92" name="Google Shape;92;p1"/>
          <p:cNvSpPr/>
          <p:nvPr/>
        </p:nvSpPr>
        <p:spPr>
          <a:xfrm>
            <a:off x="5815884" y="1131557"/>
            <a:ext cx="6096000" cy="83099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Автономное учреждение</a:t>
            </a:r>
            <a:endParaRPr dirty="0"/>
          </a:p>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профессионального образования</a:t>
            </a:r>
            <a:endParaRPr dirty="0"/>
          </a:p>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Ханты-Мансийского автономного округа – Югра</a:t>
            </a:r>
            <a:endParaRPr dirty="0"/>
          </a:p>
          <a:p>
            <a:pPr marL="0" marR="0" lvl="0" indent="0" algn="r" rtl="0">
              <a:spcBef>
                <a:spcPts val="0"/>
              </a:spcBef>
              <a:spcAft>
                <a:spcPts val="0"/>
              </a:spcAft>
              <a:buNone/>
            </a:pPr>
            <a:r>
              <a:rPr lang="ru-RU" sz="1200" b="1" i="0" u="none" strike="noStrike" cap="none" dirty="0">
                <a:solidFill>
                  <a:schemeClr val="lt1"/>
                </a:solidFill>
                <a:latin typeface="Times New Roman"/>
                <a:ea typeface="Times New Roman"/>
                <a:cs typeface="Times New Roman"/>
                <a:sym typeface="Times New Roman"/>
              </a:rPr>
              <a:t>«СУРГУТСКИЙ ПОЛИТЕХНИЧНСКИЙ КОЛЛЕДЖ»</a:t>
            </a:r>
            <a:endParaRPr sz="1200" b="1" i="0" u="none" strike="noStrike" cap="none" dirty="0">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
        <p:cNvGrpSpPr/>
        <p:nvPr/>
      </p:nvGrpSpPr>
      <p:grpSpPr>
        <a:xfrm>
          <a:off x="0" y="0"/>
          <a:ext cx="0" cy="0"/>
          <a:chOff x="0" y="0"/>
          <a:chExt cx="0" cy="0"/>
        </a:xfrm>
      </p:grpSpPr>
      <p:sp>
        <p:nvSpPr>
          <p:cNvPr id="97" name="Google Shape;97;p2"/>
          <p:cNvSpPr txBox="1"/>
          <p:nvPr/>
        </p:nvSpPr>
        <p:spPr>
          <a:xfrm>
            <a:off x="2230836" y="2301156"/>
            <a:ext cx="8873393"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4000" b="0" i="0" u="none" strike="noStrike" cap="none" dirty="0">
                <a:solidFill>
                  <a:srgbClr val="00467A"/>
                </a:solidFill>
                <a:latin typeface="Times New Roman"/>
                <a:ea typeface="Times New Roman"/>
                <a:cs typeface="Times New Roman"/>
                <a:sym typeface="Times New Roman"/>
              </a:rPr>
              <a:t> </a:t>
            </a:r>
            <a:endParaRPr sz="1400" dirty="0">
              <a:solidFill>
                <a:srgbClr val="00467A"/>
              </a:solidFill>
              <a:latin typeface="Times New Roman"/>
              <a:ea typeface="Times New Roman"/>
              <a:cs typeface="Times New Roman"/>
              <a:sym typeface="Times New Roman"/>
            </a:endParaRPr>
          </a:p>
        </p:txBody>
      </p:sp>
      <p:sp>
        <p:nvSpPr>
          <p:cNvPr id="100" name="Google Shape;100;p2"/>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2</a:t>
            </a:r>
            <a:endParaRPr sz="1050" b="1">
              <a:solidFill>
                <a:schemeClr val="lt1"/>
              </a:solidFill>
              <a:latin typeface="Times New Roman"/>
              <a:ea typeface="Times New Roman"/>
              <a:cs typeface="Times New Roman"/>
              <a:sym typeface="Times New Roman"/>
            </a:endParaRPr>
          </a:p>
        </p:txBody>
      </p:sp>
      <p:sp>
        <p:nvSpPr>
          <p:cNvPr id="4" name="Заголовок 3"/>
          <p:cNvSpPr>
            <a:spLocks noGrp="1"/>
          </p:cNvSpPr>
          <p:nvPr>
            <p:ph type="title"/>
          </p:nvPr>
        </p:nvSpPr>
        <p:spPr>
          <a:xfrm>
            <a:off x="8426269" y="72568"/>
            <a:ext cx="3519788" cy="535351"/>
          </a:xfrm>
        </p:spPr>
        <p:txBody>
          <a:bodyPr>
            <a:normAutofit/>
          </a:bodyPr>
          <a:lstStyle/>
          <a:p>
            <a:pPr algn="r"/>
            <a:r>
              <a:rPr lang="ru-RU" sz="2800" b="1" dirty="0">
                <a:solidFill>
                  <a:schemeClr val="lt1"/>
                </a:solidFill>
                <a:latin typeface="Times New Roman"/>
                <a:ea typeface="Times New Roman"/>
                <a:cs typeface="Times New Roman"/>
                <a:sym typeface="Times New Roman"/>
              </a:rPr>
              <a:t>АКТУАЛЬНОСТЬ</a:t>
            </a:r>
            <a:endParaRPr lang="ru-RU" sz="2800" dirty="0"/>
          </a:p>
        </p:txBody>
      </p:sp>
      <p:pic>
        <p:nvPicPr>
          <p:cNvPr id="1030" name="Picture 6" descr="Как следят за качеством воздуха в российских городах - Новости Mail.ru">
            <a:extLst>
              <a:ext uri="{FF2B5EF4-FFF2-40B4-BE49-F238E27FC236}">
                <a16:creationId xmlns:a16="http://schemas.microsoft.com/office/drawing/2014/main" id="{28323484-584B-1377-7239-87E79D8B6B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8306" y="1605109"/>
            <a:ext cx="7535388" cy="42507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3"/>
          <p:cNvSpPr txBox="1"/>
          <p:nvPr/>
        </p:nvSpPr>
        <p:spPr>
          <a:xfrm>
            <a:off x="722376" y="1883078"/>
            <a:ext cx="10853928"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dirty="0">
                <a:solidFill>
                  <a:srgbClr val="00467A"/>
                </a:solidFill>
                <a:latin typeface="Times New Roman"/>
                <a:ea typeface="Times New Roman"/>
                <a:cs typeface="Times New Roman"/>
                <a:sym typeface="Times New Roman"/>
              </a:rPr>
              <a:t>ОБЪЕКТ ИССЛЕДОВАНИЯ – </a:t>
            </a:r>
            <a:r>
              <a:rPr lang="ru-RU" sz="2000" dirty="0">
                <a:solidFill>
                  <a:srgbClr val="00467A"/>
                </a:solidFill>
                <a:latin typeface="Times New Roman"/>
                <a:ea typeface="Times New Roman"/>
                <a:cs typeface="Times New Roman"/>
                <a:sym typeface="Times New Roman"/>
              </a:rPr>
              <a:t>приложение «</a:t>
            </a:r>
            <a:r>
              <a:rPr lang="en-US" sz="2000" dirty="0" err="1">
                <a:solidFill>
                  <a:srgbClr val="00467A"/>
                </a:solidFill>
                <a:latin typeface="Times New Roman"/>
                <a:ea typeface="Times New Roman"/>
                <a:cs typeface="Times New Roman"/>
                <a:sym typeface="Times New Roman"/>
              </a:rPr>
              <a:t>AirQuality</a:t>
            </a:r>
            <a:r>
              <a:rPr lang="ru-RU" sz="2000" dirty="0">
                <a:solidFill>
                  <a:srgbClr val="00467A"/>
                </a:solidFill>
                <a:latin typeface="Times New Roman"/>
                <a:ea typeface="Times New Roman"/>
                <a:cs typeface="Times New Roman"/>
                <a:sym typeface="Times New Roman"/>
              </a:rPr>
              <a:t>»</a:t>
            </a:r>
            <a:r>
              <a:rPr lang="en-US" sz="2000" dirty="0">
                <a:solidFill>
                  <a:srgbClr val="00467A"/>
                </a:solidFill>
                <a:latin typeface="Times New Roman"/>
                <a:ea typeface="Times New Roman"/>
                <a:cs typeface="Times New Roman"/>
                <a:sym typeface="Times New Roman"/>
              </a:rPr>
              <a:t>.</a:t>
            </a:r>
            <a:r>
              <a:rPr lang="ru-RU" sz="2000" dirty="0">
                <a:solidFill>
                  <a:srgbClr val="00467A"/>
                </a:solidFill>
                <a:latin typeface="Times New Roman"/>
                <a:ea typeface="Times New Roman"/>
                <a:cs typeface="Times New Roman"/>
                <a:sym typeface="Times New Roman"/>
              </a:rPr>
              <a:t> </a:t>
            </a:r>
            <a:endParaRPr lang="ru-RU" sz="700" dirty="0">
              <a:solidFill>
                <a:srgbClr val="00467A"/>
              </a:solidFill>
              <a:latin typeface="Times New Roman"/>
              <a:ea typeface="Times New Roman"/>
              <a:cs typeface="Times New Roman"/>
              <a:sym typeface="Times New Roman"/>
            </a:endParaRPr>
          </a:p>
        </p:txBody>
      </p:sp>
      <p:sp>
        <p:nvSpPr>
          <p:cNvPr id="109" name="Google Shape;109;p3"/>
          <p:cNvSpPr txBox="1"/>
          <p:nvPr/>
        </p:nvSpPr>
        <p:spPr>
          <a:xfrm>
            <a:off x="10154289" y="72567"/>
            <a:ext cx="189987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400" b="1">
                <a:solidFill>
                  <a:schemeClr val="lt1"/>
                </a:solidFill>
                <a:latin typeface="Times New Roman"/>
                <a:ea typeface="Times New Roman"/>
                <a:cs typeface="Times New Roman"/>
                <a:sym typeface="Times New Roman"/>
              </a:rPr>
              <a:t>ВВЕДЕНИЕ</a:t>
            </a:r>
            <a:endParaRPr sz="2400" b="1">
              <a:solidFill>
                <a:schemeClr val="lt1"/>
              </a:solidFill>
              <a:latin typeface="Times New Roman"/>
              <a:ea typeface="Times New Roman"/>
              <a:cs typeface="Times New Roman"/>
              <a:sym typeface="Times New Roman"/>
            </a:endParaRPr>
          </a:p>
        </p:txBody>
      </p:sp>
      <p:sp>
        <p:nvSpPr>
          <p:cNvPr id="110" name="Google Shape;110;p3"/>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3</a:t>
            </a:r>
            <a:endParaRPr sz="1050" b="1">
              <a:solidFill>
                <a:schemeClr val="lt1"/>
              </a:solidFill>
              <a:latin typeface="Times New Roman"/>
              <a:ea typeface="Times New Roman"/>
              <a:cs typeface="Times New Roman"/>
              <a:sym typeface="Times New Roman"/>
            </a:endParaRPr>
          </a:p>
        </p:txBody>
      </p:sp>
      <p:sp>
        <p:nvSpPr>
          <p:cNvPr id="111" name="Google Shape;111;p3"/>
          <p:cNvSpPr txBox="1"/>
          <p:nvPr/>
        </p:nvSpPr>
        <p:spPr>
          <a:xfrm>
            <a:off x="722376" y="4836095"/>
            <a:ext cx="10634472"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dirty="0">
                <a:solidFill>
                  <a:srgbClr val="00467A"/>
                </a:solidFill>
                <a:latin typeface="Times New Roman"/>
                <a:ea typeface="Times New Roman"/>
                <a:cs typeface="Times New Roman"/>
                <a:sym typeface="Times New Roman"/>
              </a:rPr>
              <a:t>ЦЕЛЬ РАБОТЫ – </a:t>
            </a:r>
            <a:r>
              <a:rPr lang="ru-RU" sz="2000" dirty="0">
                <a:solidFill>
                  <a:srgbClr val="00467A"/>
                </a:solidFill>
                <a:latin typeface="Times New Roman"/>
                <a:ea typeface="Times New Roman"/>
                <a:cs typeface="Times New Roman"/>
                <a:sym typeface="Times New Roman"/>
              </a:rPr>
              <a:t>разработать </a:t>
            </a:r>
            <a:r>
              <a:rPr lang="en-US" sz="2000" dirty="0">
                <a:solidFill>
                  <a:srgbClr val="00467A"/>
                </a:solidFill>
                <a:latin typeface="Times New Roman"/>
                <a:ea typeface="Times New Roman"/>
                <a:cs typeface="Times New Roman"/>
                <a:sym typeface="Times New Roman"/>
              </a:rPr>
              <a:t>Desktop-</a:t>
            </a:r>
            <a:r>
              <a:rPr lang="ru-RU" sz="2000" dirty="0">
                <a:solidFill>
                  <a:srgbClr val="00467A"/>
                </a:solidFill>
                <a:latin typeface="Times New Roman"/>
                <a:ea typeface="Times New Roman"/>
                <a:cs typeface="Times New Roman"/>
                <a:sym typeface="Times New Roman"/>
              </a:rPr>
              <a:t>приложение «</a:t>
            </a:r>
            <a:r>
              <a:rPr lang="en-US" sz="2000" dirty="0" err="1">
                <a:solidFill>
                  <a:srgbClr val="00467A"/>
                </a:solidFill>
                <a:latin typeface="Times New Roman"/>
                <a:ea typeface="Times New Roman"/>
                <a:cs typeface="Times New Roman"/>
                <a:sym typeface="Times New Roman"/>
              </a:rPr>
              <a:t>AirQuality</a:t>
            </a:r>
            <a:r>
              <a:rPr lang="ru-RU" sz="2000" dirty="0">
                <a:solidFill>
                  <a:srgbClr val="00467A"/>
                </a:solidFill>
                <a:latin typeface="Times New Roman"/>
                <a:ea typeface="Times New Roman"/>
                <a:cs typeface="Times New Roman"/>
                <a:sym typeface="Times New Roman"/>
              </a:rPr>
              <a:t>»</a:t>
            </a:r>
            <a:r>
              <a:rPr lang="en-US" sz="2000" dirty="0">
                <a:solidFill>
                  <a:srgbClr val="00467A"/>
                </a:solidFill>
                <a:latin typeface="Times New Roman"/>
                <a:ea typeface="Times New Roman"/>
                <a:cs typeface="Times New Roman"/>
                <a:sym typeface="Times New Roman"/>
              </a:rPr>
              <a:t> </a:t>
            </a:r>
            <a:r>
              <a:rPr lang="ru-RU" sz="2000" dirty="0">
                <a:solidFill>
                  <a:srgbClr val="00467A"/>
                </a:solidFill>
                <a:latin typeface="Times New Roman"/>
                <a:ea typeface="Times New Roman"/>
                <a:cs typeface="Times New Roman"/>
                <a:sym typeface="Times New Roman"/>
              </a:rPr>
              <a:t>на языке программирования </a:t>
            </a:r>
            <a:r>
              <a:rPr lang="en-US" sz="2000" dirty="0">
                <a:solidFill>
                  <a:srgbClr val="00467A"/>
                </a:solidFill>
                <a:latin typeface="Times New Roman"/>
                <a:ea typeface="Times New Roman"/>
                <a:cs typeface="Times New Roman"/>
                <a:sym typeface="Times New Roman"/>
              </a:rPr>
              <a:t>C#.</a:t>
            </a:r>
            <a:endParaRPr sz="900" b="1" dirty="0">
              <a:solidFill>
                <a:srgbClr val="00467A"/>
              </a:solidFill>
              <a:latin typeface="Times New Roman"/>
              <a:ea typeface="Times New Roman"/>
              <a:cs typeface="Times New Roman"/>
              <a:sym typeface="Times New Roman"/>
            </a:endParaRPr>
          </a:p>
        </p:txBody>
      </p:sp>
      <p:sp>
        <p:nvSpPr>
          <p:cNvPr id="112" name="Google Shape;112;p3"/>
          <p:cNvSpPr txBox="1"/>
          <p:nvPr/>
        </p:nvSpPr>
        <p:spPr>
          <a:xfrm>
            <a:off x="722376" y="3360631"/>
            <a:ext cx="10451593"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dirty="0">
                <a:solidFill>
                  <a:srgbClr val="00467A"/>
                </a:solidFill>
                <a:latin typeface="Times New Roman"/>
                <a:ea typeface="Times New Roman"/>
                <a:cs typeface="Times New Roman"/>
                <a:sym typeface="Times New Roman"/>
              </a:rPr>
              <a:t>ПРЕДМЕТ ИССЛЕДОВАНИЯ – </a:t>
            </a:r>
            <a:r>
              <a:rPr lang="ru-RU" sz="2000" dirty="0">
                <a:solidFill>
                  <a:srgbClr val="00467A"/>
                </a:solidFill>
                <a:latin typeface="Times New Roman"/>
                <a:ea typeface="Times New Roman"/>
                <a:cs typeface="Times New Roman"/>
                <a:sym typeface="Times New Roman"/>
              </a:rPr>
              <a:t>доступность информации о качестве воздуха в мире в режиме реального времени</a:t>
            </a:r>
            <a:r>
              <a:rPr lang="en-US" sz="2000" dirty="0">
                <a:solidFill>
                  <a:srgbClr val="00467A"/>
                </a:solidFill>
                <a:latin typeface="Times New Roman"/>
                <a:ea typeface="Times New Roman"/>
                <a:cs typeface="Times New Roman"/>
                <a:sym typeface="Times New Roman"/>
              </a:rPr>
              <a:t>.</a:t>
            </a:r>
            <a:r>
              <a:rPr lang="ru-RU" sz="2000" dirty="0">
                <a:solidFill>
                  <a:srgbClr val="00467A"/>
                </a:solidFill>
                <a:latin typeface="Times New Roman"/>
                <a:ea typeface="Times New Roman"/>
                <a:cs typeface="Times New Roman"/>
                <a:sym typeface="Times New Roman"/>
              </a:rPr>
              <a:t> </a:t>
            </a:r>
            <a:endParaRPr sz="900" b="1" dirty="0">
              <a:solidFill>
                <a:srgbClr val="00467A"/>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117" name="Google Shape;117;p4"/>
          <p:cNvSpPr txBox="1"/>
          <p:nvPr/>
        </p:nvSpPr>
        <p:spPr>
          <a:xfrm>
            <a:off x="941833" y="2230550"/>
            <a:ext cx="10853928" cy="270839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0467A"/>
              </a:buClr>
              <a:buSzPts val="3200"/>
              <a:buFont typeface="Times New Roman"/>
              <a:buAutoNum type="arabicPeriod"/>
            </a:pPr>
            <a:r>
              <a:rPr lang="ru-RU" sz="3200" dirty="0">
                <a:solidFill>
                  <a:srgbClr val="00467A"/>
                </a:solidFill>
                <a:latin typeface="Times New Roman"/>
                <a:cs typeface="Times New Roman"/>
                <a:sym typeface="Times New Roman"/>
              </a:rPr>
              <a:t>Выбрать архитектуру приложения «</a:t>
            </a:r>
            <a:r>
              <a:rPr lang="en-US" sz="3200" dirty="0" err="1">
                <a:solidFill>
                  <a:srgbClr val="00467A"/>
                </a:solidFill>
                <a:latin typeface="Times New Roman"/>
                <a:cs typeface="Times New Roman"/>
                <a:sym typeface="Times New Roman"/>
              </a:rPr>
              <a:t>AirQuality</a:t>
            </a:r>
            <a:r>
              <a:rPr lang="ru-RU" sz="3200" dirty="0">
                <a:solidFill>
                  <a:srgbClr val="00467A"/>
                </a:solidFill>
                <a:latin typeface="Times New Roman"/>
                <a:cs typeface="Times New Roman"/>
                <a:sym typeface="Times New Roman"/>
              </a:rPr>
              <a:t>»</a:t>
            </a:r>
            <a:endParaRPr dirty="0"/>
          </a:p>
          <a:p>
            <a:pPr marL="457200" marR="0" lvl="0" indent="-457200" algn="l" rtl="0">
              <a:spcBef>
                <a:spcPts val="0"/>
              </a:spcBef>
              <a:spcAft>
                <a:spcPts val="0"/>
              </a:spcAft>
              <a:buClr>
                <a:srgbClr val="00467A"/>
              </a:buClr>
              <a:buSzPts val="3200"/>
              <a:buFont typeface="Times New Roman"/>
              <a:buAutoNum type="arabicPeriod"/>
            </a:pPr>
            <a:r>
              <a:rPr lang="ru-RU" sz="3200" dirty="0">
                <a:solidFill>
                  <a:srgbClr val="00467A"/>
                </a:solidFill>
                <a:latin typeface="Times New Roman"/>
                <a:ea typeface="Times New Roman"/>
                <a:cs typeface="Times New Roman"/>
                <a:sym typeface="Times New Roman"/>
              </a:rPr>
              <a:t>Спроектировать</a:t>
            </a:r>
            <a:endParaRPr dirty="0"/>
          </a:p>
          <a:p>
            <a:pPr marL="457200" marR="0" lvl="0" indent="-457200" algn="l" rtl="0">
              <a:spcBef>
                <a:spcPts val="0"/>
              </a:spcBef>
              <a:spcAft>
                <a:spcPts val="0"/>
              </a:spcAft>
              <a:buClr>
                <a:srgbClr val="00467A"/>
              </a:buClr>
              <a:buSzPts val="3200"/>
              <a:buFont typeface="Times New Roman"/>
              <a:buAutoNum type="arabicPeriod"/>
            </a:pPr>
            <a:r>
              <a:rPr lang="ru-RU" sz="3200" dirty="0">
                <a:solidFill>
                  <a:srgbClr val="00467A"/>
                </a:solidFill>
                <a:latin typeface="Times New Roman"/>
                <a:ea typeface="Times New Roman"/>
                <a:cs typeface="Times New Roman"/>
                <a:sym typeface="Times New Roman"/>
              </a:rPr>
              <a:t>Разработать</a:t>
            </a:r>
            <a:endParaRPr dirty="0"/>
          </a:p>
          <a:p>
            <a:pPr marL="457200" marR="0" lvl="0" indent="-457200" algn="l" rtl="0">
              <a:spcBef>
                <a:spcPts val="0"/>
              </a:spcBef>
              <a:spcAft>
                <a:spcPts val="0"/>
              </a:spcAft>
              <a:buClr>
                <a:srgbClr val="00467A"/>
              </a:buClr>
              <a:buSzPts val="3200"/>
              <a:buFont typeface="Times New Roman"/>
              <a:buAutoNum type="arabicPeriod"/>
            </a:pPr>
            <a:r>
              <a:rPr lang="ru-RU" sz="3200" dirty="0">
                <a:solidFill>
                  <a:srgbClr val="00467A"/>
                </a:solidFill>
                <a:latin typeface="Times New Roman"/>
                <a:ea typeface="Times New Roman"/>
                <a:cs typeface="Times New Roman"/>
                <a:sym typeface="Times New Roman"/>
              </a:rPr>
              <a:t>Протестировать</a:t>
            </a:r>
            <a:endParaRPr dirty="0"/>
          </a:p>
          <a:p>
            <a:pPr marL="457200" marR="0" lvl="0" indent="-457200" algn="l" rtl="0">
              <a:spcBef>
                <a:spcPts val="0"/>
              </a:spcBef>
              <a:spcAft>
                <a:spcPts val="0"/>
              </a:spcAft>
              <a:buClr>
                <a:srgbClr val="00467A"/>
              </a:buClr>
              <a:buSzPts val="3200"/>
              <a:buFont typeface="Times New Roman"/>
              <a:buAutoNum type="arabicPeriod"/>
            </a:pPr>
            <a:r>
              <a:rPr lang="ru-RU" sz="3200" dirty="0">
                <a:solidFill>
                  <a:srgbClr val="00467A"/>
                </a:solidFill>
                <a:latin typeface="Times New Roman"/>
                <a:ea typeface="Times New Roman"/>
                <a:cs typeface="Times New Roman"/>
                <a:sym typeface="Times New Roman"/>
              </a:rPr>
              <a:t>Внедрить</a:t>
            </a:r>
            <a:endParaRPr dirty="0"/>
          </a:p>
          <a:p>
            <a:pPr marL="0" marR="0" lvl="0" indent="0" algn="l" rtl="0">
              <a:spcBef>
                <a:spcPts val="0"/>
              </a:spcBef>
              <a:spcAft>
                <a:spcPts val="0"/>
              </a:spcAft>
              <a:buNone/>
            </a:pPr>
            <a:endParaRPr sz="1000" dirty="0">
              <a:solidFill>
                <a:srgbClr val="00467A"/>
              </a:solidFill>
              <a:latin typeface="Times New Roman"/>
              <a:ea typeface="Times New Roman"/>
              <a:cs typeface="Times New Roman"/>
              <a:sym typeface="Times New Roman"/>
            </a:endParaRPr>
          </a:p>
        </p:txBody>
      </p:sp>
      <p:sp>
        <p:nvSpPr>
          <p:cNvPr id="118" name="Google Shape;118;p4"/>
          <p:cNvSpPr txBox="1"/>
          <p:nvPr/>
        </p:nvSpPr>
        <p:spPr>
          <a:xfrm>
            <a:off x="9818255" y="72567"/>
            <a:ext cx="175796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dirty="0">
                <a:solidFill>
                  <a:schemeClr val="lt1"/>
                </a:solidFill>
                <a:latin typeface="Times New Roman"/>
                <a:ea typeface="Times New Roman"/>
                <a:cs typeface="Times New Roman"/>
                <a:sym typeface="Times New Roman"/>
              </a:rPr>
              <a:t>ЗАДАЧИ</a:t>
            </a:r>
            <a:endParaRPr sz="2400" b="1" dirty="0">
              <a:solidFill>
                <a:schemeClr val="lt1"/>
              </a:solidFill>
              <a:latin typeface="Times New Roman"/>
              <a:ea typeface="Times New Roman"/>
              <a:cs typeface="Times New Roman"/>
              <a:sym typeface="Times New Roman"/>
            </a:endParaRPr>
          </a:p>
        </p:txBody>
      </p:sp>
      <p:sp>
        <p:nvSpPr>
          <p:cNvPr id="119" name="Google Shape;119;p4"/>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4</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p5"/>
          <p:cNvSpPr txBox="1"/>
          <p:nvPr/>
        </p:nvSpPr>
        <p:spPr>
          <a:xfrm>
            <a:off x="7536873" y="81711"/>
            <a:ext cx="450707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dirty="0">
                <a:solidFill>
                  <a:schemeClr val="lt1"/>
                </a:solidFill>
                <a:latin typeface="Times New Roman"/>
                <a:ea typeface="Times New Roman"/>
                <a:cs typeface="Times New Roman"/>
                <a:sym typeface="Times New Roman"/>
              </a:rPr>
              <a:t>СРЕДСТВА РАЗРАБОТКИ</a:t>
            </a:r>
            <a:endParaRPr sz="2400" b="1" dirty="0">
              <a:solidFill>
                <a:schemeClr val="lt1"/>
              </a:solidFill>
              <a:latin typeface="Times New Roman"/>
              <a:ea typeface="Times New Roman"/>
              <a:cs typeface="Times New Roman"/>
              <a:sym typeface="Times New Roman"/>
            </a:endParaRPr>
          </a:p>
        </p:txBody>
      </p:sp>
      <p:sp>
        <p:nvSpPr>
          <p:cNvPr id="125" name="Google Shape;125;p5"/>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5</a:t>
            </a:r>
            <a:endParaRPr sz="1050" b="1">
              <a:solidFill>
                <a:schemeClr val="lt1"/>
              </a:solidFill>
              <a:latin typeface="Times New Roman"/>
              <a:ea typeface="Times New Roman"/>
              <a:cs typeface="Times New Roman"/>
              <a:sym typeface="Times New Roman"/>
            </a:endParaRPr>
          </a:p>
        </p:txBody>
      </p:sp>
      <p:sp>
        <p:nvSpPr>
          <p:cNvPr id="126" name="Google Shape;126;p5"/>
          <p:cNvSpPr txBox="1"/>
          <p:nvPr/>
        </p:nvSpPr>
        <p:spPr>
          <a:xfrm>
            <a:off x="566628" y="1584079"/>
            <a:ext cx="5157516" cy="369332"/>
          </a:xfrm>
          <a:prstGeom prst="rect">
            <a:avLst/>
          </a:prstGeom>
          <a:solidFill>
            <a:schemeClr val="lt1"/>
          </a:solidFill>
          <a:ln w="19050"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800" b="1">
                <a:solidFill>
                  <a:srgbClr val="00467A"/>
                </a:solidFill>
                <a:latin typeface="Times New Roman"/>
                <a:ea typeface="Times New Roman"/>
                <a:cs typeface="Times New Roman"/>
                <a:sym typeface="Times New Roman"/>
              </a:rPr>
              <a:t>Проектирование</a:t>
            </a:r>
            <a:endParaRPr sz="1800" b="1">
              <a:solidFill>
                <a:srgbClr val="00467A"/>
              </a:solidFill>
              <a:latin typeface="Times New Roman"/>
              <a:ea typeface="Times New Roman"/>
              <a:cs typeface="Times New Roman"/>
              <a:sym typeface="Times New Roman"/>
            </a:endParaRPr>
          </a:p>
        </p:txBody>
      </p:sp>
      <p:sp>
        <p:nvSpPr>
          <p:cNvPr id="127" name="Google Shape;127;p5"/>
          <p:cNvSpPr txBox="1"/>
          <p:nvPr/>
        </p:nvSpPr>
        <p:spPr>
          <a:xfrm>
            <a:off x="6595570" y="1584079"/>
            <a:ext cx="5063029" cy="369332"/>
          </a:xfrm>
          <a:prstGeom prst="rect">
            <a:avLst/>
          </a:prstGeom>
          <a:solidFill>
            <a:schemeClr val="lt1"/>
          </a:solidFill>
          <a:ln w="19050"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800" b="1">
                <a:solidFill>
                  <a:srgbClr val="00467A"/>
                </a:solidFill>
                <a:latin typeface="Times New Roman"/>
                <a:ea typeface="Times New Roman"/>
                <a:cs typeface="Times New Roman"/>
                <a:sym typeface="Times New Roman"/>
              </a:rPr>
              <a:t>Разработка</a:t>
            </a:r>
            <a:endParaRPr sz="1800" b="1">
              <a:solidFill>
                <a:srgbClr val="00467A"/>
              </a:solidFill>
              <a:latin typeface="Times New Roman"/>
              <a:ea typeface="Times New Roman"/>
              <a:cs typeface="Times New Roman"/>
              <a:sym typeface="Times New Roman"/>
            </a:endParaRPr>
          </a:p>
        </p:txBody>
      </p:sp>
      <p:sp>
        <p:nvSpPr>
          <p:cNvPr id="128" name="Google Shape;128;p5"/>
          <p:cNvSpPr txBox="1"/>
          <p:nvPr/>
        </p:nvSpPr>
        <p:spPr>
          <a:xfrm>
            <a:off x="6580155" y="2221406"/>
            <a:ext cx="5063029" cy="240065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467A"/>
              </a:buClr>
              <a:buSzPts val="2000"/>
              <a:buFont typeface="Noto Sans Symbols"/>
              <a:buChar char="✔"/>
            </a:pPr>
            <a:r>
              <a:rPr lang="ru-RU" sz="2000">
                <a:solidFill>
                  <a:srgbClr val="00467A"/>
                </a:solidFill>
                <a:latin typeface="Times New Roman"/>
                <a:ea typeface="Times New Roman"/>
                <a:cs typeface="Times New Roman"/>
                <a:sym typeface="Times New Roman"/>
              </a:rPr>
              <a:t>xcode – интегрированная среда разработки программного обеспечения для платформ macos, ios, watchos и tvos</a:t>
            </a:r>
            <a:endParaRPr sz="200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2000"/>
              <a:buFont typeface="Noto Sans Symbols"/>
              <a:buChar char="✔"/>
            </a:pPr>
            <a:r>
              <a:rPr lang="ru-RU" sz="2000">
                <a:solidFill>
                  <a:srgbClr val="00467A"/>
                </a:solidFill>
                <a:latin typeface="Times New Roman"/>
                <a:ea typeface="Times New Roman"/>
                <a:cs typeface="Times New Roman"/>
                <a:sym typeface="Times New Roman"/>
              </a:rPr>
              <a:t>alarmofire – это http сетевая библиотека на swift для ios и mac os</a:t>
            </a:r>
            <a:endParaRPr sz="2000">
              <a:solidFill>
                <a:srgbClr val="00467A"/>
              </a:solidFill>
              <a:latin typeface="Times New Roman"/>
              <a:ea typeface="Times New Roman"/>
              <a:cs typeface="Times New Roman"/>
              <a:sym typeface="Times New Roman"/>
            </a:endParaRPr>
          </a:p>
        </p:txBody>
      </p:sp>
      <p:sp>
        <p:nvSpPr>
          <p:cNvPr id="129" name="Google Shape;129;p5"/>
          <p:cNvSpPr txBox="1"/>
          <p:nvPr/>
        </p:nvSpPr>
        <p:spPr>
          <a:xfrm>
            <a:off x="566628" y="2221406"/>
            <a:ext cx="5157516" cy="92333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467A"/>
              </a:buClr>
              <a:buSzPts val="1800"/>
              <a:buFont typeface="Noto Sans Symbols"/>
              <a:buChar char="✔"/>
            </a:pPr>
            <a:r>
              <a:rPr lang="ru-RU" sz="1800">
                <a:solidFill>
                  <a:srgbClr val="00467A"/>
                </a:solidFill>
                <a:latin typeface="Times New Roman"/>
                <a:ea typeface="Times New Roman"/>
                <a:cs typeface="Times New Roman"/>
                <a:sym typeface="Times New Roman"/>
              </a:rPr>
              <a:t>flaticon — сервис с иконками</a:t>
            </a:r>
            <a:endParaRPr sz="180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Noto Sans Symbols"/>
              <a:buChar char="✔"/>
            </a:pPr>
            <a:r>
              <a:rPr lang="ru-RU" sz="1800">
                <a:solidFill>
                  <a:srgbClr val="00467A"/>
                </a:solidFill>
                <a:latin typeface="Times New Roman"/>
                <a:ea typeface="Times New Roman"/>
                <a:cs typeface="Times New Roman"/>
                <a:sym typeface="Times New Roman"/>
              </a:rPr>
              <a:t>mockuphone  – cервис по созданию макетов</a:t>
            </a:r>
            <a:endParaRPr sz="600">
              <a:solidFill>
                <a:srgbClr val="00467A"/>
              </a:solidFill>
              <a:latin typeface="Times New Roman"/>
              <a:ea typeface="Times New Roman"/>
              <a:cs typeface="Times New Roman"/>
              <a:sym typeface="Times New Roman"/>
            </a:endParaRPr>
          </a:p>
        </p:txBody>
      </p:sp>
      <p:pic>
        <p:nvPicPr>
          <p:cNvPr id="130" name="Google Shape;130;p5" descr="ÐÐ°ÑÑÐ¸Ð½ÐºÐ¸ Ð¿Ð¾ Ð·Ð°Ð¿ÑÐ¾ÑÑ Flaticon"/>
          <p:cNvPicPr preferRelativeResize="0"/>
          <p:nvPr/>
        </p:nvPicPr>
        <p:blipFill rotWithShape="1">
          <a:blip r:embed="rId4">
            <a:alphaModFix/>
          </a:blip>
          <a:srcRect/>
          <a:stretch/>
        </p:blipFill>
        <p:spPr>
          <a:xfrm>
            <a:off x="1554149" y="3589790"/>
            <a:ext cx="549906" cy="549906"/>
          </a:xfrm>
          <a:prstGeom prst="rect">
            <a:avLst/>
          </a:prstGeom>
          <a:noFill/>
          <a:ln>
            <a:noFill/>
          </a:ln>
        </p:spPr>
      </p:pic>
      <p:pic>
        <p:nvPicPr>
          <p:cNvPr id="131" name="Google Shape;131;p5" descr="ÐÐ°ÑÑÐ¸Ð½ÐºÐ¸ Ð¿Ð¾ Ð·Ð°Ð¿ÑÐ¾ÑÑ Mockuphone"/>
          <p:cNvPicPr preferRelativeResize="0"/>
          <p:nvPr/>
        </p:nvPicPr>
        <p:blipFill rotWithShape="1">
          <a:blip r:embed="rId5">
            <a:alphaModFix/>
          </a:blip>
          <a:srcRect/>
          <a:stretch/>
        </p:blipFill>
        <p:spPr>
          <a:xfrm>
            <a:off x="566628" y="3589790"/>
            <a:ext cx="539966" cy="539966"/>
          </a:xfrm>
          <a:prstGeom prst="rect">
            <a:avLst/>
          </a:prstGeom>
          <a:noFill/>
          <a:ln>
            <a:noFill/>
          </a:ln>
        </p:spPr>
      </p:pic>
      <p:pic>
        <p:nvPicPr>
          <p:cNvPr id="132" name="Google Shape;132;p5" descr="ÐÐ¾ÑÐ¾Ð¶ÐµÐµ Ð¸Ð·Ð¾Ð±ÑÐ°Ð¶ÐµÐ½Ð¸Ðµ"/>
          <p:cNvPicPr preferRelativeResize="0"/>
          <p:nvPr/>
        </p:nvPicPr>
        <p:blipFill rotWithShape="1">
          <a:blip r:embed="rId6">
            <a:alphaModFix/>
          </a:blip>
          <a:srcRect/>
          <a:stretch/>
        </p:blipFill>
        <p:spPr>
          <a:xfrm>
            <a:off x="7776646" y="5011368"/>
            <a:ext cx="1740617" cy="487525"/>
          </a:xfrm>
          <a:prstGeom prst="rect">
            <a:avLst/>
          </a:prstGeom>
          <a:noFill/>
          <a:ln>
            <a:noFill/>
          </a:ln>
        </p:spPr>
      </p:pic>
      <p:pic>
        <p:nvPicPr>
          <p:cNvPr id="133" name="Google Shape;133;p5" descr="ÐÐ°ÑÑÐ¸Ð½ÐºÐ¸ Ð¿Ð¾ Ð·Ð°Ð¿ÑÐ¾ÑÑ xcode"/>
          <p:cNvPicPr preferRelativeResize="0"/>
          <p:nvPr/>
        </p:nvPicPr>
        <p:blipFill rotWithShape="1">
          <a:blip r:embed="rId7">
            <a:alphaModFix/>
          </a:blip>
          <a:srcRect/>
          <a:stretch/>
        </p:blipFill>
        <p:spPr>
          <a:xfrm>
            <a:off x="6595570" y="4890058"/>
            <a:ext cx="730147" cy="73014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7"/>
        <p:cNvGrpSpPr/>
        <p:nvPr/>
      </p:nvGrpSpPr>
      <p:grpSpPr>
        <a:xfrm>
          <a:off x="0" y="0"/>
          <a:ext cx="0" cy="0"/>
          <a:chOff x="0" y="0"/>
          <a:chExt cx="0" cy="0"/>
        </a:xfrm>
      </p:grpSpPr>
      <p:sp>
        <p:nvSpPr>
          <p:cNvPr id="138" name="Google Shape;138;p6"/>
          <p:cNvSpPr txBox="1"/>
          <p:nvPr/>
        </p:nvSpPr>
        <p:spPr>
          <a:xfrm>
            <a:off x="5966576" y="81711"/>
            <a:ext cx="6077369"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800" b="1" dirty="0">
                <a:solidFill>
                  <a:schemeClr val="lt1"/>
                </a:solidFill>
                <a:latin typeface="Times New Roman"/>
                <a:ea typeface="Times New Roman"/>
                <a:cs typeface="Times New Roman"/>
                <a:sym typeface="Times New Roman"/>
              </a:rPr>
              <a:t>ПРОЕКТИРОВАНИЕ МОБИЛЬНОГО РПИЛОЖЕНИЯ</a:t>
            </a:r>
            <a:endParaRPr sz="1800" b="1" dirty="0">
              <a:solidFill>
                <a:schemeClr val="lt1"/>
              </a:solidFill>
              <a:latin typeface="Times New Roman"/>
              <a:ea typeface="Times New Roman"/>
              <a:cs typeface="Times New Roman"/>
              <a:sym typeface="Times New Roman"/>
            </a:endParaRPr>
          </a:p>
        </p:txBody>
      </p:sp>
      <p:sp>
        <p:nvSpPr>
          <p:cNvPr id="139" name="Google Shape;139;p6"/>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6</a:t>
            </a:r>
            <a:endParaRPr sz="1050" b="1">
              <a:solidFill>
                <a:schemeClr val="lt1"/>
              </a:solidFill>
              <a:latin typeface="Times New Roman"/>
              <a:ea typeface="Times New Roman"/>
              <a:cs typeface="Times New Roman"/>
              <a:sym typeface="Times New Roman"/>
            </a:endParaRPr>
          </a:p>
        </p:txBody>
      </p:sp>
      <p:pic>
        <p:nvPicPr>
          <p:cNvPr id="140" name="Google Shape;140;p6" descr="MEGABAIT Разработка программного обеспечения"/>
          <p:cNvPicPr preferRelativeResize="0"/>
          <p:nvPr/>
        </p:nvPicPr>
        <p:blipFill rotWithShape="1">
          <a:blip r:embed="rId4">
            <a:alphaModFix/>
          </a:blip>
          <a:srcRect/>
          <a:stretch/>
        </p:blipFill>
        <p:spPr>
          <a:xfrm>
            <a:off x="944938" y="1290864"/>
            <a:ext cx="4966525" cy="4966525"/>
          </a:xfrm>
          <a:prstGeom prst="rect">
            <a:avLst/>
          </a:prstGeom>
          <a:noFill/>
          <a:ln>
            <a:noFill/>
          </a:ln>
        </p:spPr>
      </p:pic>
      <p:pic>
        <p:nvPicPr>
          <p:cNvPr id="141" name="Google Shape;141;p6" descr="MEGABAIT Разработка программного обеспечения"/>
          <p:cNvPicPr preferRelativeResize="0"/>
          <p:nvPr/>
        </p:nvPicPr>
        <p:blipFill rotWithShape="1">
          <a:blip r:embed="rId4">
            <a:alphaModFix/>
          </a:blip>
          <a:srcRect/>
          <a:stretch/>
        </p:blipFill>
        <p:spPr>
          <a:xfrm>
            <a:off x="6078827" y="1290864"/>
            <a:ext cx="4966525" cy="4966525"/>
          </a:xfrm>
          <a:prstGeom prst="rect">
            <a:avLst/>
          </a:prstGeom>
          <a:noFill/>
          <a:ln>
            <a:noFill/>
          </a:ln>
        </p:spPr>
      </p:pic>
      <p:sp>
        <p:nvSpPr>
          <p:cNvPr id="142" name="Google Shape;142;p6"/>
          <p:cNvSpPr/>
          <p:nvPr/>
        </p:nvSpPr>
        <p:spPr>
          <a:xfrm>
            <a:off x="5471253" y="671456"/>
            <a:ext cx="6470715"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400" b="1" dirty="0">
                <a:solidFill>
                  <a:srgbClr val="044B9C"/>
                </a:solidFill>
                <a:latin typeface="Times New Roman"/>
                <a:ea typeface="Times New Roman"/>
                <a:cs typeface="Times New Roman"/>
                <a:sym typeface="Times New Roman"/>
              </a:rPr>
              <a:t>Есть много онлайн сервисов для проектирования мобильного приложения</a:t>
            </a:r>
            <a:endParaRPr sz="1400" b="1" dirty="0">
              <a:solidFill>
                <a:srgbClr val="044B9C"/>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p7"/>
          <p:cNvSpPr txBox="1"/>
          <p:nvPr/>
        </p:nvSpPr>
        <p:spPr>
          <a:xfrm>
            <a:off x="7684655" y="80902"/>
            <a:ext cx="4257313"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dirty="0">
                <a:solidFill>
                  <a:schemeClr val="lt1"/>
                </a:solidFill>
                <a:latin typeface="Times New Roman"/>
                <a:ea typeface="Times New Roman"/>
                <a:cs typeface="Times New Roman"/>
                <a:sym typeface="Times New Roman"/>
              </a:rPr>
              <a:t>ВАРИАНТ С ТАБЛИЦЕЙ</a:t>
            </a:r>
            <a:endParaRPr sz="2400" b="1" dirty="0">
              <a:solidFill>
                <a:schemeClr val="lt1"/>
              </a:solidFill>
              <a:latin typeface="Times New Roman"/>
              <a:ea typeface="Times New Roman"/>
              <a:cs typeface="Times New Roman"/>
              <a:sym typeface="Times New Roman"/>
            </a:endParaRPr>
          </a:p>
        </p:txBody>
      </p:sp>
      <p:sp>
        <p:nvSpPr>
          <p:cNvPr id="148" name="Google Shape;148;p7"/>
          <p:cNvSpPr txBox="1"/>
          <p:nvPr/>
        </p:nvSpPr>
        <p:spPr>
          <a:xfrm>
            <a:off x="5275385" y="716725"/>
            <a:ext cx="6666583"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400" b="1">
                <a:solidFill>
                  <a:srgbClr val="00467A"/>
                </a:solidFill>
                <a:latin typeface="Times New Roman"/>
                <a:ea typeface="Times New Roman"/>
                <a:cs typeface="Times New Roman"/>
                <a:sym typeface="Times New Roman"/>
              </a:rPr>
              <a:t>Пример оформления таблицы </a:t>
            </a:r>
            <a:endParaRPr sz="1100" b="1">
              <a:solidFill>
                <a:srgbClr val="00467A"/>
              </a:solidFill>
              <a:latin typeface="Times New Roman"/>
              <a:ea typeface="Times New Roman"/>
              <a:cs typeface="Times New Roman"/>
              <a:sym typeface="Times New Roman"/>
            </a:endParaRPr>
          </a:p>
        </p:txBody>
      </p:sp>
      <p:graphicFrame>
        <p:nvGraphicFramePr>
          <p:cNvPr id="149" name="Google Shape;149;p7"/>
          <p:cNvGraphicFramePr/>
          <p:nvPr/>
        </p:nvGraphicFramePr>
        <p:xfrm>
          <a:off x="542159" y="1506438"/>
          <a:ext cx="11147850" cy="4652145"/>
        </p:xfrm>
        <a:graphic>
          <a:graphicData uri="http://schemas.openxmlformats.org/drawingml/2006/table">
            <a:tbl>
              <a:tblPr firstRow="1" firstCol="1" lastRow="1" lastCol="1" bandRow="1" bandCol="1">
                <a:noFill/>
                <a:tableStyleId>{224D9FA9-B550-4C0C-9298-798E3886F6BB}</a:tableStyleId>
              </a:tblPr>
              <a:tblGrid>
                <a:gridCol w="2018750">
                  <a:extLst>
                    <a:ext uri="{9D8B030D-6E8A-4147-A177-3AD203B41FA5}">
                      <a16:colId xmlns:a16="http://schemas.microsoft.com/office/drawing/2014/main" val="20000"/>
                    </a:ext>
                  </a:extLst>
                </a:gridCol>
                <a:gridCol w="3758950">
                  <a:extLst>
                    <a:ext uri="{9D8B030D-6E8A-4147-A177-3AD203B41FA5}">
                      <a16:colId xmlns:a16="http://schemas.microsoft.com/office/drawing/2014/main" val="20001"/>
                    </a:ext>
                  </a:extLst>
                </a:gridCol>
                <a:gridCol w="5370150">
                  <a:extLst>
                    <a:ext uri="{9D8B030D-6E8A-4147-A177-3AD203B41FA5}">
                      <a16:colId xmlns:a16="http://schemas.microsoft.com/office/drawing/2014/main" val="20002"/>
                    </a:ext>
                  </a:extLst>
                </a:gridCol>
              </a:tblGrid>
              <a:tr h="347650">
                <a:tc>
                  <a:txBody>
                    <a:bodyPr/>
                    <a:lstStyle/>
                    <a:p>
                      <a:pPr marL="90488" marR="187960" lvl="0" indent="0" algn="ctr" rtl="0">
                        <a:lnSpc>
                          <a:spcPct val="81250"/>
                        </a:lnSpc>
                        <a:spcBef>
                          <a:spcPts val="0"/>
                        </a:spcBef>
                        <a:spcAft>
                          <a:spcPts val="0"/>
                        </a:spcAft>
                        <a:buNone/>
                      </a:pPr>
                      <a:r>
                        <a:rPr lang="ru-RU" sz="1600" u="none" strike="noStrike" cap="none">
                          <a:latin typeface="Times New Roman"/>
                          <a:ea typeface="Times New Roman"/>
                          <a:cs typeface="Times New Roman"/>
                          <a:sym typeface="Times New Roman"/>
                        </a:rPr>
                        <a:t>ЗАГОЛОВОК 1</a:t>
                      </a:r>
                      <a:endParaRPr sz="1600" u="none" strike="noStrike" cap="none">
                        <a:latin typeface="Times New Roman"/>
                        <a:ea typeface="Times New Roman"/>
                        <a:cs typeface="Times New Roman"/>
                        <a:sym typeface="Times New Roman"/>
                      </a:endParaRPr>
                    </a:p>
                  </a:txBody>
                  <a:tcPr marL="0" marR="0" marT="0" marB="0" anchor="ctr">
                    <a:solidFill>
                      <a:srgbClr val="00467A"/>
                    </a:solidFill>
                  </a:tcPr>
                </a:tc>
                <a:tc>
                  <a:txBody>
                    <a:bodyPr/>
                    <a:lstStyle/>
                    <a:p>
                      <a:pPr marL="90488" marR="187960" lvl="0" indent="0" algn="ctr" rtl="0">
                        <a:lnSpc>
                          <a:spcPct val="81250"/>
                        </a:lnSpc>
                        <a:spcBef>
                          <a:spcPts val="0"/>
                        </a:spcBef>
                        <a:spcAft>
                          <a:spcPts val="0"/>
                        </a:spcAft>
                        <a:buNone/>
                      </a:pPr>
                      <a:r>
                        <a:rPr lang="ru-RU" sz="1600" u="none" strike="noStrike" cap="none">
                          <a:latin typeface="Times New Roman"/>
                          <a:ea typeface="Times New Roman"/>
                          <a:cs typeface="Times New Roman"/>
                          <a:sym typeface="Times New Roman"/>
                        </a:rPr>
                        <a:t>ЗАГОЛОВОК 2</a:t>
                      </a:r>
                      <a:endParaRPr sz="1600" u="none" strike="noStrike" cap="none">
                        <a:latin typeface="Times New Roman"/>
                        <a:ea typeface="Times New Roman"/>
                        <a:cs typeface="Times New Roman"/>
                        <a:sym typeface="Times New Roman"/>
                      </a:endParaRPr>
                    </a:p>
                  </a:txBody>
                  <a:tcPr marL="0" marR="0" marT="0" marB="0" anchor="ctr">
                    <a:solidFill>
                      <a:srgbClr val="00467A"/>
                    </a:solidFill>
                  </a:tcPr>
                </a:tc>
                <a:tc>
                  <a:txBody>
                    <a:bodyPr/>
                    <a:lstStyle/>
                    <a:p>
                      <a:pPr marL="90488" marR="187960" lvl="0" indent="0" algn="ctr" rtl="0">
                        <a:lnSpc>
                          <a:spcPct val="81250"/>
                        </a:lnSpc>
                        <a:spcBef>
                          <a:spcPts val="0"/>
                        </a:spcBef>
                        <a:spcAft>
                          <a:spcPts val="0"/>
                        </a:spcAft>
                        <a:buNone/>
                      </a:pPr>
                      <a:r>
                        <a:rPr lang="ru-RU" sz="1600" u="none" strike="noStrike" cap="none" dirty="0">
                          <a:latin typeface="Times New Roman"/>
                          <a:ea typeface="Times New Roman"/>
                          <a:cs typeface="Times New Roman"/>
                          <a:sym typeface="Times New Roman"/>
                        </a:rPr>
                        <a:t>ЗАГОЛОВОК 3</a:t>
                      </a:r>
                      <a:endParaRPr sz="1600" u="none" strike="noStrike" cap="none" dirty="0">
                        <a:latin typeface="Times New Roman"/>
                        <a:ea typeface="Times New Roman"/>
                        <a:cs typeface="Times New Roman"/>
                        <a:sym typeface="Times New Roman"/>
                      </a:endParaRPr>
                    </a:p>
                  </a:txBody>
                  <a:tcPr marL="0" marR="0" marT="0" marB="0" anchor="ctr">
                    <a:solidFill>
                      <a:srgbClr val="00467A"/>
                    </a:solidFill>
                  </a:tcPr>
                </a:tc>
                <a:extLst>
                  <a:ext uri="{0D108BD9-81ED-4DB2-BD59-A6C34878D82A}">
                    <a16:rowId xmlns:a16="http://schemas.microsoft.com/office/drawing/2014/main" val="10000"/>
                  </a:ext>
                </a:extLst>
              </a:tr>
              <a:tr h="640200">
                <a:tc>
                  <a:txBody>
                    <a:bodyPr/>
                    <a:lstStyle/>
                    <a:p>
                      <a:pPr marL="361950" marR="453390" lvl="0" indent="0" algn="ctr" rtl="0">
                        <a:lnSpc>
                          <a:spcPct val="103000"/>
                        </a:lnSpc>
                        <a:spcBef>
                          <a:spcPts val="0"/>
                        </a:spcBef>
                        <a:spcAft>
                          <a:spcPts val="0"/>
                        </a:spcAft>
                        <a:buNone/>
                      </a:pPr>
                      <a:r>
                        <a:rPr lang="ru-RU" sz="2000" u="none" strike="noStrike" cap="none">
                          <a:latin typeface="Times New Roman"/>
                          <a:ea typeface="Times New Roman"/>
                          <a:cs typeface="Times New Roman"/>
                          <a:sym typeface="Times New Roman"/>
                        </a:rPr>
                        <a:t>Раздел 1</a:t>
                      </a:r>
                      <a:endParaRPr sz="2000" u="none" strike="noStrike" cap="none">
                        <a:latin typeface="Times New Roman"/>
                        <a:ea typeface="Times New Roman"/>
                        <a:cs typeface="Times New Roman"/>
                        <a:sym typeface="Times New Roman"/>
                      </a:endParaRPr>
                    </a:p>
                  </a:txBody>
                  <a:tcPr marL="0" marR="0" marT="0" marB="0" anchor="ctr">
                    <a:solidFill>
                      <a:srgbClr val="044B9C"/>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 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extLst>
                  <a:ext uri="{0D108BD9-81ED-4DB2-BD59-A6C34878D82A}">
                    <a16:rowId xmlns:a16="http://schemas.microsoft.com/office/drawing/2014/main" val="10001"/>
                  </a:ext>
                </a:extLst>
              </a:tr>
              <a:tr h="804375">
                <a:tc>
                  <a:txBody>
                    <a:bodyPr/>
                    <a:lstStyle/>
                    <a:p>
                      <a:pPr marL="361950" marR="453390" lvl="0" indent="0" algn="ctr" rtl="0">
                        <a:lnSpc>
                          <a:spcPct val="103000"/>
                        </a:lnSpc>
                        <a:spcBef>
                          <a:spcPts val="0"/>
                        </a:spcBef>
                        <a:spcAft>
                          <a:spcPts val="0"/>
                        </a:spcAft>
                        <a:buNone/>
                      </a:pPr>
                      <a:r>
                        <a:rPr lang="ru-RU" sz="2000" u="none" strike="noStrike" cap="none">
                          <a:latin typeface="Times New Roman"/>
                          <a:ea typeface="Times New Roman"/>
                          <a:cs typeface="Times New Roman"/>
                          <a:sym typeface="Times New Roman"/>
                        </a:rPr>
                        <a:t>Раздел 2</a:t>
                      </a:r>
                      <a:endParaRPr sz="2000" u="none" strike="noStrike" cap="none">
                        <a:latin typeface="Times New Roman"/>
                        <a:ea typeface="Times New Roman"/>
                        <a:cs typeface="Times New Roman"/>
                        <a:sym typeface="Times New Roman"/>
                      </a:endParaRPr>
                    </a:p>
                  </a:txBody>
                  <a:tcPr marL="0" marR="0" marT="0" marB="0" anchor="ctr">
                    <a:solidFill>
                      <a:srgbClr val="044B9C"/>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extLst>
                  <a:ext uri="{0D108BD9-81ED-4DB2-BD59-A6C34878D82A}">
                    <a16:rowId xmlns:a16="http://schemas.microsoft.com/office/drawing/2014/main" val="10002"/>
                  </a:ext>
                </a:extLst>
              </a:tr>
              <a:tr h="677300">
                <a:tc>
                  <a:txBody>
                    <a:bodyPr/>
                    <a:lstStyle/>
                    <a:p>
                      <a:pPr marL="361950" marR="453390" lvl="0" indent="0" algn="ctr" rtl="0">
                        <a:lnSpc>
                          <a:spcPct val="103000"/>
                        </a:lnSpc>
                        <a:spcBef>
                          <a:spcPts val="0"/>
                        </a:spcBef>
                        <a:spcAft>
                          <a:spcPts val="0"/>
                        </a:spcAft>
                        <a:buNone/>
                      </a:pPr>
                      <a:r>
                        <a:rPr lang="ru-RU" sz="2000" u="none" strike="noStrike" cap="none">
                          <a:latin typeface="Times New Roman"/>
                          <a:ea typeface="Times New Roman"/>
                          <a:cs typeface="Times New Roman"/>
                          <a:sym typeface="Times New Roman"/>
                        </a:rPr>
                        <a:t>Раздел 3</a:t>
                      </a:r>
                      <a:endParaRPr sz="2000" u="none" strike="noStrike" cap="none">
                        <a:latin typeface="Times New Roman"/>
                        <a:ea typeface="Times New Roman"/>
                        <a:cs typeface="Times New Roman"/>
                        <a:sym typeface="Times New Roman"/>
                      </a:endParaRPr>
                    </a:p>
                  </a:txBody>
                  <a:tcPr marL="0" marR="0" marT="0" marB="0" anchor="ctr">
                    <a:solidFill>
                      <a:srgbClr val="044B9C"/>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tc>
                  <a:txBody>
                    <a:bodyPr/>
                    <a:lstStyle/>
                    <a:p>
                      <a:pPr marL="90170" marR="0" lvl="0" indent="0" algn="l" rtl="0">
                        <a:lnSpc>
                          <a:spcPct val="100000"/>
                        </a:lnSpc>
                        <a:spcBef>
                          <a:spcPts val="0"/>
                        </a:spcBef>
                        <a:spcAft>
                          <a:spcPts val="0"/>
                        </a:spcAft>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extLst>
                  <a:ext uri="{0D108BD9-81ED-4DB2-BD59-A6C34878D82A}">
                    <a16:rowId xmlns:a16="http://schemas.microsoft.com/office/drawing/2014/main" val="10003"/>
                  </a:ext>
                </a:extLst>
              </a:tr>
              <a:tr h="677300">
                <a:tc>
                  <a:txBody>
                    <a:bodyPr/>
                    <a:lstStyle/>
                    <a:p>
                      <a:pPr marL="361950" marR="453390" lvl="0" indent="0" algn="ctr" rtl="0">
                        <a:lnSpc>
                          <a:spcPct val="103000"/>
                        </a:lnSpc>
                        <a:spcBef>
                          <a:spcPts val="0"/>
                        </a:spcBef>
                        <a:spcAft>
                          <a:spcPts val="0"/>
                        </a:spcAft>
                        <a:buClr>
                          <a:schemeClr val="dk1"/>
                        </a:buClr>
                        <a:buSzPts val="2000"/>
                        <a:buFont typeface="Times New Roman"/>
                        <a:buNone/>
                      </a:pPr>
                      <a:r>
                        <a:rPr lang="ru-RU" sz="2000" u="none" strike="noStrike" cap="none">
                          <a:latin typeface="Times New Roman"/>
                          <a:ea typeface="Times New Roman"/>
                          <a:cs typeface="Times New Roman"/>
                          <a:sym typeface="Times New Roman"/>
                        </a:rPr>
                        <a:t>Раздел 4</a:t>
                      </a:r>
                      <a:endParaRPr sz="2000" u="none" strike="noStrike" cap="none">
                        <a:latin typeface="Times New Roman"/>
                        <a:ea typeface="Times New Roman"/>
                        <a:cs typeface="Times New Roman"/>
                        <a:sym typeface="Times New Roman"/>
                      </a:endParaRPr>
                    </a:p>
                    <a:p>
                      <a:pPr marL="361950" marR="453390" lvl="0" indent="0" algn="ctr" rtl="0">
                        <a:lnSpc>
                          <a:spcPct val="103000"/>
                        </a:lnSpc>
                        <a:spcBef>
                          <a:spcPts val="20"/>
                        </a:spcBef>
                        <a:spcAft>
                          <a:spcPts val="0"/>
                        </a:spcAft>
                        <a:buNone/>
                      </a:pPr>
                      <a:endParaRPr sz="2000" u="none" strike="noStrike" cap="none">
                        <a:latin typeface="Times New Roman"/>
                        <a:ea typeface="Times New Roman"/>
                        <a:cs typeface="Times New Roman"/>
                        <a:sym typeface="Times New Roman"/>
                      </a:endParaRPr>
                    </a:p>
                  </a:txBody>
                  <a:tcPr marL="0" marR="0" marT="0" marB="0" anchor="ctr">
                    <a:solidFill>
                      <a:srgbClr val="044B9C"/>
                    </a:solidFill>
                  </a:tcPr>
                </a:tc>
                <a:tc>
                  <a:txBody>
                    <a:bodyPr/>
                    <a:lstStyle/>
                    <a:p>
                      <a:pPr marL="90170" marR="0" lvl="0" indent="0" algn="l" rtl="0">
                        <a:lnSpc>
                          <a:spcPct val="100000"/>
                        </a:lnSpc>
                        <a:spcBef>
                          <a:spcPts val="0"/>
                        </a:spcBef>
                        <a:spcAft>
                          <a:spcPts val="0"/>
                        </a:spcAft>
                        <a:buClr>
                          <a:srgbClr val="00467A"/>
                        </a:buClr>
                        <a:buSzPts val="1200"/>
                        <a:buFont typeface="Times New Roman"/>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p>
                      <a:pPr marL="90170" marR="0" lvl="0" indent="0" algn="l" rtl="0">
                        <a:lnSpc>
                          <a:spcPct val="100000"/>
                        </a:lnSpc>
                        <a:spcBef>
                          <a:spcPts val="70"/>
                        </a:spcBef>
                        <a:spcAft>
                          <a:spcPts val="0"/>
                        </a:spcAft>
                        <a:buNone/>
                      </a:pP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tc>
                  <a:txBody>
                    <a:bodyPr/>
                    <a:lstStyle/>
                    <a:p>
                      <a:pPr marL="90170" marR="0" lvl="0" indent="0" algn="l" rtl="0">
                        <a:lnSpc>
                          <a:spcPct val="100000"/>
                        </a:lnSpc>
                        <a:spcBef>
                          <a:spcPts val="0"/>
                        </a:spcBef>
                        <a:spcAft>
                          <a:spcPts val="0"/>
                        </a:spcAft>
                        <a:buClr>
                          <a:srgbClr val="00467A"/>
                        </a:buClr>
                        <a:buSzPts val="1200"/>
                        <a:buFont typeface="Times New Roman"/>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p>
                      <a:pPr marL="90170" marR="0" lvl="0" indent="0" algn="l" rtl="0">
                        <a:lnSpc>
                          <a:spcPct val="100000"/>
                        </a:lnSpc>
                        <a:spcBef>
                          <a:spcPts val="70"/>
                        </a:spcBef>
                        <a:spcAft>
                          <a:spcPts val="0"/>
                        </a:spcAft>
                        <a:buNone/>
                      </a:pP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extLst>
                  <a:ext uri="{0D108BD9-81ED-4DB2-BD59-A6C34878D82A}">
                    <a16:rowId xmlns:a16="http://schemas.microsoft.com/office/drawing/2014/main" val="10004"/>
                  </a:ext>
                </a:extLst>
              </a:tr>
              <a:tr h="677300">
                <a:tc>
                  <a:txBody>
                    <a:bodyPr/>
                    <a:lstStyle/>
                    <a:p>
                      <a:pPr marL="361950" marR="453390" lvl="0" indent="0" algn="ctr" rtl="0">
                        <a:lnSpc>
                          <a:spcPct val="103000"/>
                        </a:lnSpc>
                        <a:spcBef>
                          <a:spcPts val="0"/>
                        </a:spcBef>
                        <a:spcAft>
                          <a:spcPts val="0"/>
                        </a:spcAft>
                        <a:buClr>
                          <a:schemeClr val="dk1"/>
                        </a:buClr>
                        <a:buSzPts val="2000"/>
                        <a:buFont typeface="Times New Roman"/>
                        <a:buNone/>
                      </a:pPr>
                      <a:r>
                        <a:rPr lang="ru-RU" sz="2000" u="none" strike="noStrike" cap="none">
                          <a:latin typeface="Times New Roman"/>
                          <a:ea typeface="Times New Roman"/>
                          <a:cs typeface="Times New Roman"/>
                          <a:sym typeface="Times New Roman"/>
                        </a:rPr>
                        <a:t>Раздел 5</a:t>
                      </a:r>
                      <a:endParaRPr sz="2000" u="none" strike="noStrike" cap="none">
                        <a:latin typeface="Times New Roman"/>
                        <a:ea typeface="Times New Roman"/>
                        <a:cs typeface="Times New Roman"/>
                        <a:sym typeface="Times New Roman"/>
                      </a:endParaRPr>
                    </a:p>
                    <a:p>
                      <a:pPr marL="361950" marR="453390" lvl="0" indent="0" algn="ctr" rtl="0">
                        <a:lnSpc>
                          <a:spcPct val="103000"/>
                        </a:lnSpc>
                        <a:spcBef>
                          <a:spcPts val="20"/>
                        </a:spcBef>
                        <a:spcAft>
                          <a:spcPts val="0"/>
                        </a:spcAft>
                        <a:buNone/>
                      </a:pPr>
                      <a:endParaRPr sz="2000" u="none" strike="noStrike" cap="none">
                        <a:latin typeface="Times New Roman"/>
                        <a:ea typeface="Times New Roman"/>
                        <a:cs typeface="Times New Roman"/>
                        <a:sym typeface="Times New Roman"/>
                      </a:endParaRPr>
                    </a:p>
                  </a:txBody>
                  <a:tcPr marL="0" marR="0" marT="0" marB="0" anchor="ctr">
                    <a:solidFill>
                      <a:srgbClr val="044B9C"/>
                    </a:solidFill>
                  </a:tcPr>
                </a:tc>
                <a:tc>
                  <a:txBody>
                    <a:bodyPr/>
                    <a:lstStyle/>
                    <a:p>
                      <a:pPr marL="90170" marR="0" lvl="0" indent="0" algn="l" rtl="0">
                        <a:lnSpc>
                          <a:spcPct val="100000"/>
                        </a:lnSpc>
                        <a:spcBef>
                          <a:spcPts val="0"/>
                        </a:spcBef>
                        <a:spcAft>
                          <a:spcPts val="0"/>
                        </a:spcAft>
                        <a:buClr>
                          <a:srgbClr val="00467A"/>
                        </a:buClr>
                        <a:buSzPts val="1200"/>
                        <a:buFont typeface="Times New Roman"/>
                        <a:buNone/>
                      </a:pPr>
                      <a:r>
                        <a:rPr lang="ru-RU" sz="1200" b="0" u="none" strike="noStrike" cap="none">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a:solidFill>
                          <a:srgbClr val="00467A"/>
                        </a:solidFill>
                        <a:latin typeface="Times New Roman"/>
                        <a:ea typeface="Times New Roman"/>
                        <a:cs typeface="Times New Roman"/>
                        <a:sym typeface="Times New Roman"/>
                      </a:endParaRPr>
                    </a:p>
                    <a:p>
                      <a:pPr marL="90170" marR="0" lvl="0" indent="0" algn="l" rtl="0">
                        <a:lnSpc>
                          <a:spcPct val="100000"/>
                        </a:lnSpc>
                        <a:spcBef>
                          <a:spcPts val="70"/>
                        </a:spcBef>
                        <a:spcAft>
                          <a:spcPts val="0"/>
                        </a:spcAft>
                        <a:buNone/>
                      </a:pPr>
                      <a:endParaRPr sz="1200" b="0" u="none" strike="noStrike" cap="none">
                        <a:solidFill>
                          <a:srgbClr val="00467A"/>
                        </a:solidFill>
                        <a:latin typeface="Times New Roman"/>
                        <a:ea typeface="Times New Roman"/>
                        <a:cs typeface="Times New Roman"/>
                        <a:sym typeface="Times New Roman"/>
                      </a:endParaRPr>
                    </a:p>
                  </a:txBody>
                  <a:tcPr marL="0" marR="0" marT="0" marB="0" anchor="ctr">
                    <a:solidFill>
                      <a:srgbClr val="F2F2F2"/>
                    </a:solidFill>
                  </a:tcPr>
                </a:tc>
                <a:tc>
                  <a:txBody>
                    <a:bodyPr/>
                    <a:lstStyle/>
                    <a:p>
                      <a:pPr marL="90170" marR="0" lvl="0" indent="0" algn="l" rtl="0">
                        <a:lnSpc>
                          <a:spcPct val="100000"/>
                        </a:lnSpc>
                        <a:spcBef>
                          <a:spcPts val="0"/>
                        </a:spcBef>
                        <a:spcAft>
                          <a:spcPts val="0"/>
                        </a:spcAft>
                        <a:buClr>
                          <a:srgbClr val="00467A"/>
                        </a:buClr>
                        <a:buSzPts val="1200"/>
                        <a:buFont typeface="Times New Roman"/>
                        <a:buNone/>
                      </a:pPr>
                      <a:r>
                        <a:rPr lang="ru-RU" sz="1200" b="0" u="none" strike="noStrike" cap="none" dirty="0">
                          <a:solidFill>
                            <a:srgbClr val="00467A"/>
                          </a:solidFill>
                          <a:latin typeface="Times New Roman"/>
                          <a:ea typeface="Times New Roman"/>
                          <a:cs typeface="Times New Roman"/>
                          <a:sym typeface="Times New Roman"/>
                        </a:rPr>
                        <a:t>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текст</a:t>
                      </a:r>
                      <a:endParaRPr sz="1200" b="0" u="none" strike="noStrike" cap="none" dirty="0">
                        <a:solidFill>
                          <a:srgbClr val="00467A"/>
                        </a:solidFill>
                        <a:latin typeface="Times New Roman"/>
                        <a:ea typeface="Times New Roman"/>
                        <a:cs typeface="Times New Roman"/>
                        <a:sym typeface="Times New Roman"/>
                      </a:endParaRPr>
                    </a:p>
                    <a:p>
                      <a:pPr marL="90170" marR="0" lvl="0" indent="0" algn="l" rtl="0">
                        <a:lnSpc>
                          <a:spcPct val="100000"/>
                        </a:lnSpc>
                        <a:spcBef>
                          <a:spcPts val="70"/>
                        </a:spcBef>
                        <a:spcAft>
                          <a:spcPts val="0"/>
                        </a:spcAft>
                        <a:buNone/>
                      </a:pPr>
                      <a:endParaRPr sz="1200" b="0" u="none" strike="noStrike" cap="none" dirty="0">
                        <a:solidFill>
                          <a:srgbClr val="00467A"/>
                        </a:solidFill>
                        <a:latin typeface="Times New Roman"/>
                        <a:ea typeface="Times New Roman"/>
                        <a:cs typeface="Times New Roman"/>
                        <a:sym typeface="Times New Roman"/>
                      </a:endParaRPr>
                    </a:p>
                  </a:txBody>
                  <a:tcPr marL="0" marR="0" marT="0" marB="0" anchor="ctr">
                    <a:solidFill>
                      <a:srgbClr val="F2F2F2"/>
                    </a:solidFill>
                  </a:tcPr>
                </a:tc>
                <a:extLst>
                  <a:ext uri="{0D108BD9-81ED-4DB2-BD59-A6C34878D82A}">
                    <a16:rowId xmlns:a16="http://schemas.microsoft.com/office/drawing/2014/main" val="10005"/>
                  </a:ext>
                </a:extLst>
              </a:tr>
            </a:tbl>
          </a:graphicData>
        </a:graphic>
      </p:graphicFrame>
      <p:sp>
        <p:nvSpPr>
          <p:cNvPr id="150" name="Google Shape;150;p7"/>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7</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4"/>
        <p:cNvGrpSpPr/>
        <p:nvPr/>
      </p:nvGrpSpPr>
      <p:grpSpPr>
        <a:xfrm>
          <a:off x="0" y="0"/>
          <a:ext cx="0" cy="0"/>
          <a:chOff x="0" y="0"/>
          <a:chExt cx="0" cy="0"/>
        </a:xfrm>
      </p:grpSpPr>
      <p:sp>
        <p:nvSpPr>
          <p:cNvPr id="155" name="Google Shape;155;p8"/>
          <p:cNvSpPr txBox="1"/>
          <p:nvPr/>
        </p:nvSpPr>
        <p:spPr>
          <a:xfrm>
            <a:off x="3883937" y="17326"/>
            <a:ext cx="8148118"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a:solidFill>
                  <a:schemeClr val="lt1"/>
                </a:solidFill>
                <a:latin typeface="Times New Roman"/>
                <a:ea typeface="Times New Roman"/>
                <a:cs typeface="Times New Roman"/>
                <a:sym typeface="Times New Roman"/>
              </a:rPr>
              <a:t>ЗАГОЛОВОК СХЕМЫ №1</a:t>
            </a:r>
            <a:endParaRPr sz="2400" b="1">
              <a:solidFill>
                <a:schemeClr val="lt1"/>
              </a:solidFill>
              <a:latin typeface="Times New Roman"/>
              <a:ea typeface="Times New Roman"/>
              <a:cs typeface="Times New Roman"/>
              <a:sym typeface="Times New Roman"/>
            </a:endParaRPr>
          </a:p>
        </p:txBody>
      </p:sp>
      <p:sp>
        <p:nvSpPr>
          <p:cNvPr id="156" name="Google Shape;156;p8"/>
          <p:cNvSpPr/>
          <p:nvPr/>
        </p:nvSpPr>
        <p:spPr>
          <a:xfrm>
            <a:off x="7356550" y="1345172"/>
            <a:ext cx="3819448" cy="428243"/>
          </a:xfrm>
          <a:prstGeom prst="rect">
            <a:avLst/>
          </a:prstGeom>
          <a:solidFill>
            <a:srgbClr val="0046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chemeClr val="lt1"/>
                </a:solidFill>
                <a:latin typeface="Times New Roman"/>
                <a:ea typeface="Times New Roman"/>
                <a:cs typeface="Times New Roman"/>
                <a:sym typeface="Times New Roman"/>
              </a:rPr>
              <a:t>Заголовок</a:t>
            </a:r>
            <a:endParaRPr sz="1800">
              <a:solidFill>
                <a:schemeClr val="lt1"/>
              </a:solidFill>
              <a:latin typeface="Times New Roman"/>
              <a:ea typeface="Times New Roman"/>
              <a:cs typeface="Times New Roman"/>
              <a:sym typeface="Times New Roman"/>
            </a:endParaRPr>
          </a:p>
        </p:txBody>
      </p:sp>
      <p:sp>
        <p:nvSpPr>
          <p:cNvPr id="157" name="Google Shape;157;p8"/>
          <p:cNvSpPr/>
          <p:nvPr/>
        </p:nvSpPr>
        <p:spPr>
          <a:xfrm>
            <a:off x="1469068" y="1345172"/>
            <a:ext cx="2903754" cy="428243"/>
          </a:xfrm>
          <a:prstGeom prst="rect">
            <a:avLst/>
          </a:prstGeom>
          <a:solidFill>
            <a:srgbClr val="FF6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chemeClr val="lt1"/>
                </a:solidFill>
                <a:latin typeface="Times New Roman"/>
                <a:ea typeface="Times New Roman"/>
                <a:cs typeface="Times New Roman"/>
                <a:sym typeface="Times New Roman"/>
              </a:rPr>
              <a:t>Заголовок</a:t>
            </a:r>
            <a:endParaRPr sz="1800">
              <a:solidFill>
                <a:schemeClr val="lt1"/>
              </a:solidFill>
              <a:latin typeface="Times New Roman"/>
              <a:ea typeface="Times New Roman"/>
              <a:cs typeface="Times New Roman"/>
              <a:sym typeface="Times New Roman"/>
            </a:endParaRPr>
          </a:p>
        </p:txBody>
      </p:sp>
      <p:sp>
        <p:nvSpPr>
          <p:cNvPr id="158" name="Google Shape;158;p8"/>
          <p:cNvSpPr/>
          <p:nvPr/>
        </p:nvSpPr>
        <p:spPr>
          <a:xfrm>
            <a:off x="1823657" y="2175702"/>
            <a:ext cx="2245725" cy="411441"/>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   </a:t>
            </a:r>
            <a:r>
              <a:rPr lang="ru-RU" sz="1200" b="1">
                <a:solidFill>
                  <a:srgbClr val="044B9C"/>
                </a:solidFill>
                <a:latin typeface="Times New Roman"/>
                <a:ea typeface="Times New Roman"/>
                <a:cs typeface="Times New Roman"/>
                <a:sym typeface="Times New Roman"/>
              </a:rPr>
              <a:t>1. </a:t>
            </a:r>
            <a:r>
              <a:rPr lang="ru-RU" sz="1200">
                <a:solidFill>
                  <a:srgbClr val="044B9C"/>
                </a:solidFill>
                <a:latin typeface="Times New Roman"/>
                <a:ea typeface="Times New Roman"/>
                <a:cs typeface="Times New Roman"/>
                <a:sym typeface="Times New Roman"/>
              </a:rPr>
              <a:t>Текст</a:t>
            </a:r>
            <a:endParaRPr sz="1200">
              <a:solidFill>
                <a:srgbClr val="044B9C"/>
              </a:solidFill>
              <a:latin typeface="Times New Roman"/>
              <a:ea typeface="Times New Roman"/>
              <a:cs typeface="Times New Roman"/>
              <a:sym typeface="Times New Roman"/>
            </a:endParaRPr>
          </a:p>
        </p:txBody>
      </p:sp>
      <p:sp>
        <p:nvSpPr>
          <p:cNvPr id="159" name="Google Shape;159;p8"/>
          <p:cNvSpPr/>
          <p:nvPr/>
        </p:nvSpPr>
        <p:spPr>
          <a:xfrm>
            <a:off x="1810870" y="2964641"/>
            <a:ext cx="2258513" cy="290066"/>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1">
              <a:solidFill>
                <a:srgbClr val="044B9C"/>
              </a:solidFill>
              <a:latin typeface="Times New Roman"/>
              <a:ea typeface="Times New Roman"/>
              <a:cs typeface="Times New Roman"/>
              <a:sym typeface="Times New Roman"/>
            </a:endParaRPr>
          </a:p>
          <a:p>
            <a:pPr marL="0" marR="0" lvl="0" indent="0" algn="ctr" rtl="0">
              <a:spcBef>
                <a:spcPts val="0"/>
              </a:spcBef>
              <a:spcAft>
                <a:spcPts val="0"/>
              </a:spcAft>
              <a:buNone/>
            </a:pPr>
            <a:r>
              <a:rPr lang="ru-RU" sz="1200" b="1">
                <a:solidFill>
                  <a:srgbClr val="044B9C"/>
                </a:solidFill>
                <a:latin typeface="Times New Roman"/>
                <a:ea typeface="Times New Roman"/>
                <a:cs typeface="Times New Roman"/>
                <a:sym typeface="Times New Roman"/>
              </a:rPr>
              <a:t>2. </a:t>
            </a:r>
            <a:r>
              <a:rPr lang="ru-RU" sz="1200">
                <a:solidFill>
                  <a:srgbClr val="044B9C"/>
                </a:solidFill>
                <a:latin typeface="Times New Roman"/>
                <a:ea typeface="Times New Roman"/>
                <a:cs typeface="Times New Roman"/>
                <a:sym typeface="Times New Roman"/>
              </a:rPr>
              <a:t>Текст</a:t>
            </a:r>
            <a:endParaRPr/>
          </a:p>
          <a:p>
            <a:pPr marL="0" marR="0" lvl="0" indent="0" algn="ctr" rtl="0">
              <a:spcBef>
                <a:spcPts val="0"/>
              </a:spcBef>
              <a:spcAft>
                <a:spcPts val="0"/>
              </a:spcAft>
              <a:buNone/>
            </a:pPr>
            <a:endParaRPr sz="1200">
              <a:solidFill>
                <a:srgbClr val="044B9C"/>
              </a:solidFill>
              <a:latin typeface="Times New Roman"/>
              <a:ea typeface="Times New Roman"/>
              <a:cs typeface="Times New Roman"/>
              <a:sym typeface="Times New Roman"/>
            </a:endParaRPr>
          </a:p>
        </p:txBody>
      </p:sp>
      <p:sp>
        <p:nvSpPr>
          <p:cNvPr id="160" name="Google Shape;160;p8"/>
          <p:cNvSpPr/>
          <p:nvPr/>
        </p:nvSpPr>
        <p:spPr>
          <a:xfrm>
            <a:off x="1810870" y="3704304"/>
            <a:ext cx="2258513" cy="545802"/>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b="1">
                <a:solidFill>
                  <a:srgbClr val="044B9C"/>
                </a:solidFill>
                <a:latin typeface="Times New Roman"/>
                <a:ea typeface="Times New Roman"/>
                <a:cs typeface="Times New Roman"/>
                <a:sym typeface="Times New Roman"/>
              </a:rPr>
              <a:t>3. </a:t>
            </a:r>
            <a:r>
              <a:rPr lang="ru-RU" sz="1200">
                <a:solidFill>
                  <a:srgbClr val="044B9C"/>
                </a:solidFill>
                <a:latin typeface="Times New Roman"/>
                <a:ea typeface="Times New Roman"/>
                <a:cs typeface="Times New Roman"/>
                <a:sym typeface="Times New Roman"/>
              </a:rPr>
              <a:t>Текст</a:t>
            </a:r>
            <a:endParaRPr sz="1200">
              <a:solidFill>
                <a:srgbClr val="044B9C"/>
              </a:solidFill>
              <a:latin typeface="Times New Roman"/>
              <a:ea typeface="Times New Roman"/>
              <a:cs typeface="Times New Roman"/>
              <a:sym typeface="Times New Roman"/>
            </a:endParaRPr>
          </a:p>
        </p:txBody>
      </p:sp>
      <p:sp>
        <p:nvSpPr>
          <p:cNvPr id="161" name="Google Shape;161;p8"/>
          <p:cNvSpPr/>
          <p:nvPr/>
        </p:nvSpPr>
        <p:spPr>
          <a:xfrm>
            <a:off x="1810870" y="4772315"/>
            <a:ext cx="2258513" cy="545802"/>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b="1">
                <a:solidFill>
                  <a:srgbClr val="044B9C"/>
                </a:solidFill>
                <a:latin typeface="Times New Roman"/>
                <a:ea typeface="Times New Roman"/>
                <a:cs typeface="Times New Roman"/>
                <a:sym typeface="Times New Roman"/>
              </a:rPr>
              <a:t>4. </a:t>
            </a:r>
            <a:r>
              <a:rPr lang="ru-RU" sz="1200">
                <a:solidFill>
                  <a:srgbClr val="044B9C"/>
                </a:solidFill>
                <a:latin typeface="Times New Roman"/>
                <a:ea typeface="Times New Roman"/>
                <a:cs typeface="Times New Roman"/>
                <a:sym typeface="Times New Roman"/>
              </a:rPr>
              <a:t>Текст</a:t>
            </a:r>
            <a:endParaRPr sz="1200">
              <a:solidFill>
                <a:srgbClr val="044B9C"/>
              </a:solidFill>
              <a:latin typeface="Times New Roman"/>
              <a:ea typeface="Times New Roman"/>
              <a:cs typeface="Times New Roman"/>
              <a:sym typeface="Times New Roman"/>
            </a:endParaRPr>
          </a:p>
        </p:txBody>
      </p:sp>
      <p:sp>
        <p:nvSpPr>
          <p:cNvPr id="162" name="Google Shape;162;p8"/>
          <p:cNvSpPr/>
          <p:nvPr/>
        </p:nvSpPr>
        <p:spPr>
          <a:xfrm>
            <a:off x="7676309" y="2122231"/>
            <a:ext cx="3318655" cy="1038603"/>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1.Текст</a:t>
            </a:r>
            <a:endParaRPr sz="1200">
              <a:solidFill>
                <a:srgbClr val="044B9C"/>
              </a:solidFill>
              <a:latin typeface="Times New Roman"/>
              <a:ea typeface="Times New Roman"/>
              <a:cs typeface="Times New Roman"/>
              <a:sym typeface="Times New Roman"/>
            </a:endParaRPr>
          </a:p>
        </p:txBody>
      </p:sp>
      <p:sp>
        <p:nvSpPr>
          <p:cNvPr id="163" name="Google Shape;163;p8"/>
          <p:cNvSpPr/>
          <p:nvPr/>
        </p:nvSpPr>
        <p:spPr>
          <a:xfrm>
            <a:off x="7668178" y="3946701"/>
            <a:ext cx="3326787" cy="638024"/>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3. Текст</a:t>
            </a:r>
            <a:endParaRPr sz="1200">
              <a:solidFill>
                <a:srgbClr val="044B9C"/>
              </a:solidFill>
              <a:latin typeface="Times New Roman"/>
              <a:ea typeface="Times New Roman"/>
              <a:cs typeface="Times New Roman"/>
              <a:sym typeface="Times New Roman"/>
            </a:endParaRPr>
          </a:p>
        </p:txBody>
      </p:sp>
      <p:sp>
        <p:nvSpPr>
          <p:cNvPr id="164" name="Google Shape;164;p8"/>
          <p:cNvSpPr/>
          <p:nvPr/>
        </p:nvSpPr>
        <p:spPr>
          <a:xfrm>
            <a:off x="7676309" y="3405504"/>
            <a:ext cx="3326787" cy="269624"/>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2. Текст</a:t>
            </a:r>
            <a:endParaRPr sz="1200">
              <a:solidFill>
                <a:srgbClr val="044B9C"/>
              </a:solidFill>
              <a:latin typeface="Times New Roman"/>
              <a:ea typeface="Times New Roman"/>
              <a:cs typeface="Times New Roman"/>
              <a:sym typeface="Times New Roman"/>
            </a:endParaRPr>
          </a:p>
        </p:txBody>
      </p:sp>
      <p:sp>
        <p:nvSpPr>
          <p:cNvPr id="165" name="Google Shape;165;p8"/>
          <p:cNvSpPr/>
          <p:nvPr/>
        </p:nvSpPr>
        <p:spPr>
          <a:xfrm>
            <a:off x="7700402" y="4948948"/>
            <a:ext cx="3294563" cy="545802"/>
          </a:xfrm>
          <a:prstGeom prst="rect">
            <a:avLst/>
          </a:prstGeom>
          <a:noFill/>
          <a:ln w="12700" cap="flat" cmpd="sng">
            <a:solidFill>
              <a:srgbClr val="044B9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4.Текст</a:t>
            </a:r>
            <a:endParaRPr sz="1200">
              <a:solidFill>
                <a:srgbClr val="044B9C"/>
              </a:solidFill>
              <a:latin typeface="Times New Roman"/>
              <a:ea typeface="Times New Roman"/>
              <a:cs typeface="Times New Roman"/>
              <a:sym typeface="Times New Roman"/>
            </a:endParaRPr>
          </a:p>
          <a:p>
            <a:pPr marL="0" marR="0" lvl="0" indent="0" algn="ctr" rtl="0">
              <a:spcBef>
                <a:spcPts val="0"/>
              </a:spcBef>
              <a:spcAft>
                <a:spcPts val="0"/>
              </a:spcAft>
              <a:buNone/>
            </a:pPr>
            <a:r>
              <a:rPr lang="ru-RU" sz="1200">
                <a:solidFill>
                  <a:srgbClr val="044B9C"/>
                </a:solidFill>
                <a:latin typeface="Times New Roman"/>
                <a:ea typeface="Times New Roman"/>
                <a:cs typeface="Times New Roman"/>
                <a:sym typeface="Times New Roman"/>
              </a:rPr>
              <a:t> </a:t>
            </a:r>
            <a:endParaRPr sz="1200">
              <a:solidFill>
                <a:srgbClr val="044B9C"/>
              </a:solidFill>
              <a:latin typeface="Times New Roman"/>
              <a:ea typeface="Times New Roman"/>
              <a:cs typeface="Times New Roman"/>
              <a:sym typeface="Times New Roman"/>
            </a:endParaRPr>
          </a:p>
        </p:txBody>
      </p:sp>
      <p:cxnSp>
        <p:nvCxnSpPr>
          <p:cNvPr id="166" name="Google Shape;166;p8"/>
          <p:cNvCxnSpPr>
            <a:stCxn id="158" idx="2"/>
          </p:cNvCxnSpPr>
          <p:nvPr/>
        </p:nvCxnSpPr>
        <p:spPr>
          <a:xfrm>
            <a:off x="2946520" y="2587143"/>
            <a:ext cx="8700" cy="398400"/>
          </a:xfrm>
          <a:prstGeom prst="straightConnector1">
            <a:avLst/>
          </a:prstGeom>
          <a:noFill/>
          <a:ln w="28575" cap="flat" cmpd="sng">
            <a:solidFill>
              <a:srgbClr val="FF6500"/>
            </a:solidFill>
            <a:prstDash val="solid"/>
            <a:miter lim="800000"/>
            <a:headEnd type="none" w="sm" len="sm"/>
            <a:tailEnd type="triangle" w="med" len="med"/>
          </a:ln>
        </p:spPr>
      </p:cxnSp>
      <p:cxnSp>
        <p:nvCxnSpPr>
          <p:cNvPr id="167" name="Google Shape;167;p8"/>
          <p:cNvCxnSpPr/>
          <p:nvPr/>
        </p:nvCxnSpPr>
        <p:spPr>
          <a:xfrm>
            <a:off x="2937683" y="3280314"/>
            <a:ext cx="2443" cy="398384"/>
          </a:xfrm>
          <a:prstGeom prst="straightConnector1">
            <a:avLst/>
          </a:prstGeom>
          <a:noFill/>
          <a:ln w="28575" cap="flat" cmpd="sng">
            <a:solidFill>
              <a:srgbClr val="FF6500"/>
            </a:solidFill>
            <a:prstDash val="solid"/>
            <a:miter lim="800000"/>
            <a:headEnd type="none" w="sm" len="sm"/>
            <a:tailEnd type="triangle" w="med" len="med"/>
          </a:ln>
        </p:spPr>
      </p:cxnSp>
      <p:cxnSp>
        <p:nvCxnSpPr>
          <p:cNvPr id="168" name="Google Shape;168;p8"/>
          <p:cNvCxnSpPr>
            <a:stCxn id="159" idx="3"/>
            <a:endCxn id="164" idx="1"/>
          </p:cNvCxnSpPr>
          <p:nvPr/>
        </p:nvCxnSpPr>
        <p:spPr>
          <a:xfrm>
            <a:off x="4069383" y="3109674"/>
            <a:ext cx="3606900" cy="430500"/>
          </a:xfrm>
          <a:prstGeom prst="bentConnector3">
            <a:avLst>
              <a:gd name="adj1" fmla="val 50000"/>
            </a:avLst>
          </a:prstGeom>
          <a:noFill/>
          <a:ln w="28575" cap="flat" cmpd="sng">
            <a:solidFill>
              <a:srgbClr val="FF6500"/>
            </a:solidFill>
            <a:prstDash val="solid"/>
            <a:miter lim="800000"/>
            <a:headEnd type="triangle" w="med" len="med"/>
            <a:tailEnd type="triangle" w="med" len="med"/>
          </a:ln>
        </p:spPr>
      </p:cxnSp>
      <p:cxnSp>
        <p:nvCxnSpPr>
          <p:cNvPr id="169" name="Google Shape;169;p8"/>
          <p:cNvCxnSpPr>
            <a:stCxn id="158" idx="3"/>
          </p:cNvCxnSpPr>
          <p:nvPr/>
        </p:nvCxnSpPr>
        <p:spPr>
          <a:xfrm rot="10800000" flipH="1">
            <a:off x="4069382" y="2378423"/>
            <a:ext cx="3598800" cy="3000"/>
          </a:xfrm>
          <a:prstGeom prst="straightConnector1">
            <a:avLst/>
          </a:prstGeom>
          <a:noFill/>
          <a:ln w="28575" cap="flat" cmpd="sng">
            <a:solidFill>
              <a:srgbClr val="FF6500"/>
            </a:solidFill>
            <a:prstDash val="solid"/>
            <a:miter lim="800000"/>
            <a:headEnd type="triangle" w="med" len="med"/>
            <a:tailEnd type="triangle" w="med" len="med"/>
          </a:ln>
        </p:spPr>
      </p:cxnSp>
      <p:cxnSp>
        <p:nvCxnSpPr>
          <p:cNvPr id="170" name="Google Shape;170;p8"/>
          <p:cNvCxnSpPr>
            <a:endCxn id="163" idx="1"/>
          </p:cNvCxnSpPr>
          <p:nvPr/>
        </p:nvCxnSpPr>
        <p:spPr>
          <a:xfrm rot="10800000" flipH="1">
            <a:off x="4069378" y="4265713"/>
            <a:ext cx="3598800" cy="786000"/>
          </a:xfrm>
          <a:prstGeom prst="bentConnector3">
            <a:avLst>
              <a:gd name="adj1" fmla="val 50000"/>
            </a:avLst>
          </a:prstGeom>
          <a:noFill/>
          <a:ln w="28575" cap="flat" cmpd="sng">
            <a:solidFill>
              <a:srgbClr val="FF6500"/>
            </a:solidFill>
            <a:prstDash val="solid"/>
            <a:miter lim="800000"/>
            <a:headEnd type="triangle" w="med" len="med"/>
            <a:tailEnd type="triangle" w="med" len="med"/>
          </a:ln>
        </p:spPr>
      </p:cxnSp>
      <p:cxnSp>
        <p:nvCxnSpPr>
          <p:cNvPr id="171" name="Google Shape;171;p8"/>
          <p:cNvCxnSpPr>
            <a:endCxn id="161" idx="0"/>
          </p:cNvCxnSpPr>
          <p:nvPr/>
        </p:nvCxnSpPr>
        <p:spPr>
          <a:xfrm>
            <a:off x="2937727" y="4330115"/>
            <a:ext cx="2400" cy="442200"/>
          </a:xfrm>
          <a:prstGeom prst="straightConnector1">
            <a:avLst/>
          </a:prstGeom>
          <a:noFill/>
          <a:ln w="28575" cap="flat" cmpd="sng">
            <a:solidFill>
              <a:srgbClr val="FF6500"/>
            </a:solidFill>
            <a:prstDash val="solid"/>
            <a:miter lim="800000"/>
            <a:headEnd type="triangle" w="med" len="med"/>
            <a:tailEnd type="triangle" w="med" len="med"/>
          </a:ln>
        </p:spPr>
      </p:cxnSp>
      <p:cxnSp>
        <p:nvCxnSpPr>
          <p:cNvPr id="172" name="Google Shape;172;p8"/>
          <p:cNvCxnSpPr>
            <a:stCxn id="157" idx="1"/>
          </p:cNvCxnSpPr>
          <p:nvPr/>
        </p:nvCxnSpPr>
        <p:spPr>
          <a:xfrm rot="10800000">
            <a:off x="957568" y="1559294"/>
            <a:ext cx="511500" cy="0"/>
          </a:xfrm>
          <a:prstGeom prst="straightConnector1">
            <a:avLst/>
          </a:prstGeom>
          <a:noFill/>
          <a:ln w="19050" cap="flat" cmpd="sng">
            <a:solidFill>
              <a:srgbClr val="044B9C"/>
            </a:solidFill>
            <a:prstDash val="solid"/>
            <a:miter lim="800000"/>
            <a:headEnd type="none" w="sm" len="sm"/>
            <a:tailEnd type="none" w="sm" len="sm"/>
          </a:ln>
        </p:spPr>
      </p:cxnSp>
      <p:cxnSp>
        <p:nvCxnSpPr>
          <p:cNvPr id="173" name="Google Shape;173;p8"/>
          <p:cNvCxnSpPr/>
          <p:nvPr/>
        </p:nvCxnSpPr>
        <p:spPr>
          <a:xfrm flipH="1">
            <a:off x="957473" y="1559293"/>
            <a:ext cx="1" cy="3492454"/>
          </a:xfrm>
          <a:prstGeom prst="straightConnector1">
            <a:avLst/>
          </a:prstGeom>
          <a:noFill/>
          <a:ln w="19050" cap="flat" cmpd="sng">
            <a:solidFill>
              <a:srgbClr val="044B9C"/>
            </a:solidFill>
            <a:prstDash val="solid"/>
            <a:miter lim="800000"/>
            <a:headEnd type="none" w="sm" len="sm"/>
            <a:tailEnd type="none" w="sm" len="sm"/>
          </a:ln>
        </p:spPr>
      </p:cxnSp>
      <p:cxnSp>
        <p:nvCxnSpPr>
          <p:cNvPr id="174" name="Google Shape;174;p8"/>
          <p:cNvCxnSpPr>
            <a:endCxn id="161" idx="1"/>
          </p:cNvCxnSpPr>
          <p:nvPr/>
        </p:nvCxnSpPr>
        <p:spPr>
          <a:xfrm rot="10800000" flipH="1">
            <a:off x="957370" y="5045216"/>
            <a:ext cx="853500" cy="6600"/>
          </a:xfrm>
          <a:prstGeom prst="straightConnector1">
            <a:avLst/>
          </a:prstGeom>
          <a:noFill/>
          <a:ln w="19050" cap="flat" cmpd="sng">
            <a:solidFill>
              <a:srgbClr val="044B9C"/>
            </a:solidFill>
            <a:prstDash val="solid"/>
            <a:miter lim="800000"/>
            <a:headEnd type="none" w="sm" len="sm"/>
            <a:tailEnd type="none" w="sm" len="sm"/>
          </a:ln>
        </p:spPr>
      </p:cxnSp>
      <p:cxnSp>
        <p:nvCxnSpPr>
          <p:cNvPr id="175" name="Google Shape;175;p8"/>
          <p:cNvCxnSpPr/>
          <p:nvPr/>
        </p:nvCxnSpPr>
        <p:spPr>
          <a:xfrm rot="10800000" flipH="1">
            <a:off x="957472" y="3940171"/>
            <a:ext cx="853397" cy="6531"/>
          </a:xfrm>
          <a:prstGeom prst="straightConnector1">
            <a:avLst/>
          </a:prstGeom>
          <a:noFill/>
          <a:ln w="19050" cap="flat" cmpd="sng">
            <a:solidFill>
              <a:srgbClr val="044B9C"/>
            </a:solidFill>
            <a:prstDash val="solid"/>
            <a:miter lim="800000"/>
            <a:headEnd type="none" w="sm" len="sm"/>
            <a:tailEnd type="none" w="sm" len="sm"/>
          </a:ln>
        </p:spPr>
      </p:cxnSp>
      <p:cxnSp>
        <p:nvCxnSpPr>
          <p:cNvPr id="176" name="Google Shape;176;p8"/>
          <p:cNvCxnSpPr/>
          <p:nvPr/>
        </p:nvCxnSpPr>
        <p:spPr>
          <a:xfrm rot="10800000" flipH="1">
            <a:off x="957471" y="3114556"/>
            <a:ext cx="853397" cy="6531"/>
          </a:xfrm>
          <a:prstGeom prst="straightConnector1">
            <a:avLst/>
          </a:prstGeom>
          <a:noFill/>
          <a:ln w="19050" cap="flat" cmpd="sng">
            <a:solidFill>
              <a:srgbClr val="044B9C"/>
            </a:solidFill>
            <a:prstDash val="solid"/>
            <a:miter lim="800000"/>
            <a:headEnd type="none" w="sm" len="sm"/>
            <a:tailEnd type="none" w="sm" len="sm"/>
          </a:ln>
        </p:spPr>
      </p:cxnSp>
      <p:cxnSp>
        <p:nvCxnSpPr>
          <p:cNvPr id="177" name="Google Shape;177;p8"/>
          <p:cNvCxnSpPr>
            <a:endCxn id="158" idx="1"/>
          </p:cNvCxnSpPr>
          <p:nvPr/>
        </p:nvCxnSpPr>
        <p:spPr>
          <a:xfrm>
            <a:off x="957557" y="2378423"/>
            <a:ext cx="866100" cy="3000"/>
          </a:xfrm>
          <a:prstGeom prst="straightConnector1">
            <a:avLst/>
          </a:prstGeom>
          <a:noFill/>
          <a:ln w="19050" cap="flat" cmpd="sng">
            <a:solidFill>
              <a:srgbClr val="00467A"/>
            </a:solidFill>
            <a:prstDash val="solid"/>
            <a:miter lim="800000"/>
            <a:headEnd type="none" w="sm" len="sm"/>
            <a:tailEnd type="none" w="sm" len="sm"/>
          </a:ln>
        </p:spPr>
      </p:cxnSp>
      <p:cxnSp>
        <p:nvCxnSpPr>
          <p:cNvPr id="178" name="Google Shape;178;p8"/>
          <p:cNvCxnSpPr>
            <a:endCxn id="156" idx="3"/>
          </p:cNvCxnSpPr>
          <p:nvPr/>
        </p:nvCxnSpPr>
        <p:spPr>
          <a:xfrm flipH="1">
            <a:off x="11175998" y="1554794"/>
            <a:ext cx="346800" cy="4500"/>
          </a:xfrm>
          <a:prstGeom prst="straightConnector1">
            <a:avLst/>
          </a:prstGeom>
          <a:noFill/>
          <a:ln w="19050" cap="flat" cmpd="sng">
            <a:solidFill>
              <a:srgbClr val="044B9C"/>
            </a:solidFill>
            <a:prstDash val="solid"/>
            <a:miter lim="800000"/>
            <a:headEnd type="none" w="sm" len="sm"/>
            <a:tailEnd type="none" w="sm" len="sm"/>
          </a:ln>
        </p:spPr>
      </p:cxnSp>
      <p:cxnSp>
        <p:nvCxnSpPr>
          <p:cNvPr id="179" name="Google Shape;179;p8"/>
          <p:cNvCxnSpPr/>
          <p:nvPr/>
        </p:nvCxnSpPr>
        <p:spPr>
          <a:xfrm flipH="1">
            <a:off x="11506558" y="1559293"/>
            <a:ext cx="15233" cy="3629152"/>
          </a:xfrm>
          <a:prstGeom prst="straightConnector1">
            <a:avLst/>
          </a:prstGeom>
          <a:noFill/>
          <a:ln w="19050" cap="flat" cmpd="sng">
            <a:solidFill>
              <a:srgbClr val="044B9C"/>
            </a:solidFill>
            <a:prstDash val="solid"/>
            <a:miter lim="800000"/>
            <a:headEnd type="none" w="sm" len="sm"/>
            <a:tailEnd type="none" w="sm" len="sm"/>
          </a:ln>
        </p:spPr>
      </p:cxnSp>
      <p:cxnSp>
        <p:nvCxnSpPr>
          <p:cNvPr id="180" name="Google Shape;180;p8"/>
          <p:cNvCxnSpPr/>
          <p:nvPr/>
        </p:nvCxnSpPr>
        <p:spPr>
          <a:xfrm>
            <a:off x="11003096" y="2541221"/>
            <a:ext cx="518693" cy="4640"/>
          </a:xfrm>
          <a:prstGeom prst="straightConnector1">
            <a:avLst/>
          </a:prstGeom>
          <a:noFill/>
          <a:ln w="19050" cap="flat" cmpd="sng">
            <a:solidFill>
              <a:srgbClr val="00467A"/>
            </a:solidFill>
            <a:prstDash val="solid"/>
            <a:miter lim="800000"/>
            <a:headEnd type="none" w="sm" len="sm"/>
            <a:tailEnd type="none" w="sm" len="sm"/>
          </a:ln>
        </p:spPr>
      </p:cxnSp>
      <p:cxnSp>
        <p:nvCxnSpPr>
          <p:cNvPr id="181" name="Google Shape;181;p8"/>
          <p:cNvCxnSpPr/>
          <p:nvPr/>
        </p:nvCxnSpPr>
        <p:spPr>
          <a:xfrm>
            <a:off x="10987865" y="3540237"/>
            <a:ext cx="518693" cy="4640"/>
          </a:xfrm>
          <a:prstGeom prst="straightConnector1">
            <a:avLst/>
          </a:prstGeom>
          <a:noFill/>
          <a:ln w="19050" cap="flat" cmpd="sng">
            <a:solidFill>
              <a:srgbClr val="00467A"/>
            </a:solidFill>
            <a:prstDash val="solid"/>
            <a:miter lim="800000"/>
            <a:headEnd type="none" w="sm" len="sm"/>
            <a:tailEnd type="none" w="sm" len="sm"/>
          </a:ln>
        </p:spPr>
      </p:cxnSp>
      <p:cxnSp>
        <p:nvCxnSpPr>
          <p:cNvPr id="182" name="Google Shape;182;p8"/>
          <p:cNvCxnSpPr/>
          <p:nvPr/>
        </p:nvCxnSpPr>
        <p:spPr>
          <a:xfrm>
            <a:off x="10987865" y="4204853"/>
            <a:ext cx="518693" cy="4640"/>
          </a:xfrm>
          <a:prstGeom prst="straightConnector1">
            <a:avLst/>
          </a:prstGeom>
          <a:noFill/>
          <a:ln w="19050" cap="flat" cmpd="sng">
            <a:solidFill>
              <a:srgbClr val="00467A"/>
            </a:solidFill>
            <a:prstDash val="solid"/>
            <a:miter lim="800000"/>
            <a:headEnd type="none" w="sm" len="sm"/>
            <a:tailEnd type="none" w="sm" len="sm"/>
          </a:ln>
        </p:spPr>
      </p:cxnSp>
      <p:cxnSp>
        <p:nvCxnSpPr>
          <p:cNvPr id="183" name="Google Shape;183;p8"/>
          <p:cNvCxnSpPr/>
          <p:nvPr/>
        </p:nvCxnSpPr>
        <p:spPr>
          <a:xfrm>
            <a:off x="10987865" y="5188446"/>
            <a:ext cx="518693" cy="4640"/>
          </a:xfrm>
          <a:prstGeom prst="straightConnector1">
            <a:avLst/>
          </a:prstGeom>
          <a:noFill/>
          <a:ln w="19050" cap="flat" cmpd="sng">
            <a:solidFill>
              <a:srgbClr val="00467A"/>
            </a:solidFill>
            <a:prstDash val="solid"/>
            <a:miter lim="800000"/>
            <a:headEnd type="none" w="sm" len="sm"/>
            <a:tailEnd type="none" w="sm" len="sm"/>
          </a:ln>
        </p:spPr>
      </p:cxnSp>
      <p:sp>
        <p:nvSpPr>
          <p:cNvPr id="184" name="Google Shape;184;p8"/>
          <p:cNvSpPr/>
          <p:nvPr/>
        </p:nvSpPr>
        <p:spPr>
          <a:xfrm>
            <a:off x="5316610" y="1381703"/>
            <a:ext cx="122180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400" b="1" u="sng">
                <a:solidFill>
                  <a:srgbClr val="044B9C"/>
                </a:solidFill>
                <a:latin typeface="Times New Roman"/>
                <a:ea typeface="Times New Roman"/>
                <a:cs typeface="Times New Roman"/>
                <a:sym typeface="Times New Roman"/>
              </a:rPr>
              <a:t>Взаимосвязи</a:t>
            </a:r>
            <a:endParaRPr sz="1400" b="1" u="sng">
              <a:solidFill>
                <a:schemeClr val="dk1"/>
              </a:solidFill>
              <a:latin typeface="Times New Roman"/>
              <a:ea typeface="Times New Roman"/>
              <a:cs typeface="Times New Roman"/>
              <a:sym typeface="Times New Roman"/>
            </a:endParaRPr>
          </a:p>
        </p:txBody>
      </p:sp>
      <p:sp>
        <p:nvSpPr>
          <p:cNvPr id="185" name="Google Shape;185;p8"/>
          <p:cNvSpPr/>
          <p:nvPr/>
        </p:nvSpPr>
        <p:spPr>
          <a:xfrm>
            <a:off x="6844959" y="577241"/>
            <a:ext cx="5071229"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400" b="1">
                <a:solidFill>
                  <a:srgbClr val="044B9C"/>
                </a:solidFill>
                <a:latin typeface="Times New Roman"/>
                <a:ea typeface="Times New Roman"/>
                <a:cs typeface="Times New Roman"/>
                <a:sym typeface="Times New Roman"/>
              </a:rPr>
              <a:t>Пример оформления схемы №1</a:t>
            </a:r>
            <a:endParaRPr sz="1400" b="1">
              <a:solidFill>
                <a:srgbClr val="044B9C"/>
              </a:solidFill>
              <a:latin typeface="Times New Roman"/>
              <a:ea typeface="Times New Roman"/>
              <a:cs typeface="Times New Roman"/>
              <a:sym typeface="Times New Roman"/>
            </a:endParaRPr>
          </a:p>
        </p:txBody>
      </p:sp>
      <p:sp>
        <p:nvSpPr>
          <p:cNvPr id="186" name="Google Shape;186;p8"/>
          <p:cNvSpPr txBox="1"/>
          <p:nvPr/>
        </p:nvSpPr>
        <p:spPr>
          <a:xfrm>
            <a:off x="1810868" y="5808854"/>
            <a:ext cx="7967454" cy="369332"/>
          </a:xfrm>
          <a:prstGeom prst="rect">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800" b="1">
                <a:solidFill>
                  <a:schemeClr val="lt1"/>
                </a:solidFill>
                <a:latin typeface="Times New Roman"/>
                <a:ea typeface="Times New Roman"/>
                <a:cs typeface="Times New Roman"/>
                <a:sym typeface="Times New Roman"/>
              </a:rPr>
              <a:t>Текст Текст Текст Текст Текст Текст</a:t>
            </a:r>
            <a:endParaRPr sz="1800" b="1">
              <a:solidFill>
                <a:schemeClr val="lt1"/>
              </a:solidFill>
              <a:latin typeface="Times New Roman"/>
              <a:ea typeface="Times New Roman"/>
              <a:cs typeface="Times New Roman"/>
              <a:sym typeface="Times New Roman"/>
            </a:endParaRPr>
          </a:p>
        </p:txBody>
      </p:sp>
      <p:sp>
        <p:nvSpPr>
          <p:cNvPr id="187" name="Google Shape;187;p8"/>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8</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1"/>
        <p:cNvGrpSpPr/>
        <p:nvPr/>
      </p:nvGrpSpPr>
      <p:grpSpPr>
        <a:xfrm>
          <a:off x="0" y="0"/>
          <a:ext cx="0" cy="0"/>
          <a:chOff x="0" y="0"/>
          <a:chExt cx="0" cy="0"/>
        </a:xfrm>
      </p:grpSpPr>
      <p:sp>
        <p:nvSpPr>
          <p:cNvPr id="192" name="Google Shape;192;p9"/>
          <p:cNvSpPr txBox="1"/>
          <p:nvPr/>
        </p:nvSpPr>
        <p:spPr>
          <a:xfrm>
            <a:off x="7668200" y="45135"/>
            <a:ext cx="4262934"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a:solidFill>
                  <a:schemeClr val="lt1"/>
                </a:solidFill>
                <a:latin typeface="Times New Roman"/>
                <a:ea typeface="Times New Roman"/>
                <a:cs typeface="Times New Roman"/>
                <a:sym typeface="Times New Roman"/>
              </a:rPr>
              <a:t>ЗАГОЛОВОК СХЕМЫ №2</a:t>
            </a:r>
            <a:endParaRPr sz="2400" b="1">
              <a:solidFill>
                <a:schemeClr val="lt1"/>
              </a:solidFill>
              <a:latin typeface="Times New Roman"/>
              <a:ea typeface="Times New Roman"/>
              <a:cs typeface="Times New Roman"/>
              <a:sym typeface="Times New Roman"/>
            </a:endParaRPr>
          </a:p>
        </p:txBody>
      </p:sp>
      <p:grpSp>
        <p:nvGrpSpPr>
          <p:cNvPr id="193" name="Google Shape;193;p9"/>
          <p:cNvGrpSpPr/>
          <p:nvPr/>
        </p:nvGrpSpPr>
        <p:grpSpPr>
          <a:xfrm>
            <a:off x="936434" y="1337333"/>
            <a:ext cx="10212636" cy="4826469"/>
            <a:chOff x="333317" y="1048513"/>
            <a:chExt cx="11242684" cy="5225784"/>
          </a:xfrm>
        </p:grpSpPr>
        <p:pic>
          <p:nvPicPr>
            <p:cNvPr id="194" name="Google Shape;194;p9"/>
            <p:cNvPicPr preferRelativeResize="0"/>
            <p:nvPr/>
          </p:nvPicPr>
          <p:blipFill rotWithShape="1">
            <a:blip r:embed="rId4">
              <a:alphaModFix/>
            </a:blip>
            <a:srcRect/>
            <a:stretch/>
          </p:blipFill>
          <p:spPr>
            <a:xfrm>
              <a:off x="1131154" y="1087172"/>
              <a:ext cx="522275" cy="522275"/>
            </a:xfrm>
            <a:prstGeom prst="rect">
              <a:avLst/>
            </a:prstGeom>
            <a:noFill/>
            <a:ln>
              <a:noFill/>
            </a:ln>
          </p:spPr>
        </p:pic>
        <p:sp>
          <p:nvSpPr>
            <p:cNvPr id="195" name="Google Shape;195;p9"/>
            <p:cNvSpPr txBox="1"/>
            <p:nvPr/>
          </p:nvSpPr>
          <p:spPr>
            <a:xfrm>
              <a:off x="1038674" y="1562862"/>
              <a:ext cx="1427607" cy="3330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196" name="Google Shape;196;p9"/>
            <p:cNvPicPr preferRelativeResize="0"/>
            <p:nvPr/>
          </p:nvPicPr>
          <p:blipFill rotWithShape="1">
            <a:blip r:embed="rId4">
              <a:alphaModFix/>
            </a:blip>
            <a:srcRect/>
            <a:stretch/>
          </p:blipFill>
          <p:spPr>
            <a:xfrm>
              <a:off x="4309111" y="1048513"/>
              <a:ext cx="522275" cy="522275"/>
            </a:xfrm>
            <a:prstGeom prst="rect">
              <a:avLst/>
            </a:prstGeom>
            <a:noFill/>
            <a:ln>
              <a:noFill/>
            </a:ln>
          </p:spPr>
        </p:pic>
        <p:sp>
          <p:nvSpPr>
            <p:cNvPr id="197" name="Google Shape;197;p9"/>
            <p:cNvSpPr txBox="1"/>
            <p:nvPr/>
          </p:nvSpPr>
          <p:spPr>
            <a:xfrm>
              <a:off x="4146511" y="1562863"/>
              <a:ext cx="779833" cy="3330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198" name="Google Shape;198;p9"/>
            <p:cNvPicPr preferRelativeResize="0"/>
            <p:nvPr/>
          </p:nvPicPr>
          <p:blipFill rotWithShape="1">
            <a:blip r:embed="rId4">
              <a:alphaModFix/>
            </a:blip>
            <a:srcRect/>
            <a:stretch/>
          </p:blipFill>
          <p:spPr>
            <a:xfrm>
              <a:off x="7259204" y="1048513"/>
              <a:ext cx="522275" cy="522275"/>
            </a:xfrm>
            <a:prstGeom prst="rect">
              <a:avLst/>
            </a:prstGeom>
            <a:noFill/>
            <a:ln>
              <a:noFill/>
            </a:ln>
          </p:spPr>
        </p:pic>
        <p:sp>
          <p:nvSpPr>
            <p:cNvPr id="199" name="Google Shape;199;p9"/>
            <p:cNvSpPr txBox="1"/>
            <p:nvPr/>
          </p:nvSpPr>
          <p:spPr>
            <a:xfrm>
              <a:off x="7109625" y="1562863"/>
              <a:ext cx="834170" cy="3330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200" name="Google Shape;200;p9"/>
            <p:cNvPicPr preferRelativeResize="0"/>
            <p:nvPr/>
          </p:nvPicPr>
          <p:blipFill rotWithShape="1">
            <a:blip r:embed="rId4">
              <a:alphaModFix/>
            </a:blip>
            <a:srcRect/>
            <a:stretch/>
          </p:blipFill>
          <p:spPr>
            <a:xfrm>
              <a:off x="10263918" y="1048513"/>
              <a:ext cx="522275" cy="522275"/>
            </a:xfrm>
            <a:prstGeom prst="rect">
              <a:avLst/>
            </a:prstGeom>
            <a:noFill/>
            <a:ln>
              <a:noFill/>
            </a:ln>
          </p:spPr>
        </p:pic>
        <p:sp>
          <p:nvSpPr>
            <p:cNvPr id="201" name="Google Shape;201;p9"/>
            <p:cNvSpPr txBox="1"/>
            <p:nvPr/>
          </p:nvSpPr>
          <p:spPr>
            <a:xfrm>
              <a:off x="10209298" y="1265302"/>
              <a:ext cx="786318" cy="575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1600">
                  <a:solidFill>
                    <a:srgbClr val="00467A"/>
                  </a:solidFill>
                  <a:latin typeface="Times New Roman"/>
                  <a:ea typeface="Times New Roman"/>
                  <a:cs typeface="Times New Roman"/>
                  <a:sym typeface="Times New Roman"/>
                </a:rPr>
                <a:t>   текст</a:t>
              </a:r>
              <a:endParaRPr sz="1600">
                <a:solidFill>
                  <a:srgbClr val="00467A"/>
                </a:solidFill>
                <a:latin typeface="Times New Roman"/>
                <a:ea typeface="Times New Roman"/>
                <a:cs typeface="Times New Roman"/>
                <a:sym typeface="Times New Roman"/>
              </a:endParaRPr>
            </a:p>
          </p:txBody>
        </p:sp>
        <p:cxnSp>
          <p:nvCxnSpPr>
            <p:cNvPr id="202" name="Google Shape;202;p9"/>
            <p:cNvCxnSpPr/>
            <p:nvPr/>
          </p:nvCxnSpPr>
          <p:spPr>
            <a:xfrm>
              <a:off x="1734163" y="1848613"/>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03" name="Google Shape;203;p9"/>
            <p:cNvCxnSpPr/>
            <p:nvPr/>
          </p:nvCxnSpPr>
          <p:spPr>
            <a:xfrm>
              <a:off x="4570248" y="1842263"/>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04" name="Google Shape;204;p9"/>
            <p:cNvCxnSpPr/>
            <p:nvPr/>
          </p:nvCxnSpPr>
          <p:spPr>
            <a:xfrm>
              <a:off x="7502793" y="1829563"/>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05" name="Google Shape;205;p9"/>
            <p:cNvCxnSpPr/>
            <p:nvPr/>
          </p:nvCxnSpPr>
          <p:spPr>
            <a:xfrm>
              <a:off x="10520245" y="1829563"/>
              <a:ext cx="0" cy="323850"/>
            </a:xfrm>
            <a:prstGeom prst="straightConnector1">
              <a:avLst/>
            </a:prstGeom>
            <a:noFill/>
            <a:ln w="19050" cap="flat" cmpd="sng">
              <a:solidFill>
                <a:srgbClr val="044B9C"/>
              </a:solidFill>
              <a:prstDash val="solid"/>
              <a:miter lim="800000"/>
              <a:headEnd type="none" w="sm" len="sm"/>
              <a:tailEnd type="none" w="sm" len="sm"/>
            </a:ln>
          </p:spPr>
        </p:cxnSp>
        <p:sp>
          <p:nvSpPr>
            <p:cNvPr id="206" name="Google Shape;206;p9"/>
            <p:cNvSpPr/>
            <p:nvPr/>
          </p:nvSpPr>
          <p:spPr>
            <a:xfrm>
              <a:off x="720317" y="5268549"/>
              <a:ext cx="2261207" cy="1005748"/>
            </a:xfrm>
            <a:prstGeom prst="roundRect">
              <a:avLst>
                <a:gd name="adj" fmla="val 27305"/>
              </a:avLst>
            </a:prstGeom>
            <a:solidFill>
              <a:srgbClr val="FF6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chemeClr val="lt1"/>
                  </a:solidFill>
                  <a:latin typeface="Times New Roman"/>
                  <a:ea typeface="Times New Roman"/>
                  <a:cs typeface="Times New Roman"/>
                  <a:sym typeface="Times New Roman"/>
                </a:rPr>
                <a:t>ТЕКСТ</a:t>
              </a:r>
              <a:endParaRPr sz="1800">
                <a:solidFill>
                  <a:schemeClr val="lt1"/>
                </a:solidFill>
                <a:latin typeface="Times New Roman"/>
                <a:ea typeface="Times New Roman"/>
                <a:cs typeface="Times New Roman"/>
                <a:sym typeface="Times New Roman"/>
              </a:endParaRPr>
            </a:p>
          </p:txBody>
        </p:sp>
        <p:cxnSp>
          <p:nvCxnSpPr>
            <p:cNvPr id="207" name="Google Shape;207;p9"/>
            <p:cNvCxnSpPr/>
            <p:nvPr/>
          </p:nvCxnSpPr>
          <p:spPr>
            <a:xfrm>
              <a:off x="1686538" y="3442370"/>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08" name="Google Shape;208;p9"/>
            <p:cNvCxnSpPr/>
            <p:nvPr/>
          </p:nvCxnSpPr>
          <p:spPr>
            <a:xfrm>
              <a:off x="4555159" y="3436020"/>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09" name="Google Shape;209;p9"/>
            <p:cNvCxnSpPr/>
            <p:nvPr/>
          </p:nvCxnSpPr>
          <p:spPr>
            <a:xfrm>
              <a:off x="7508350" y="3436020"/>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10" name="Google Shape;210;p9"/>
            <p:cNvCxnSpPr/>
            <p:nvPr/>
          </p:nvCxnSpPr>
          <p:spPr>
            <a:xfrm>
              <a:off x="10516718" y="3444304"/>
              <a:ext cx="0" cy="323850"/>
            </a:xfrm>
            <a:prstGeom prst="straightConnector1">
              <a:avLst/>
            </a:prstGeom>
            <a:noFill/>
            <a:ln w="19050" cap="flat" cmpd="sng">
              <a:solidFill>
                <a:srgbClr val="044B9C"/>
              </a:solidFill>
              <a:prstDash val="solid"/>
              <a:miter lim="800000"/>
              <a:headEnd type="none" w="sm" len="sm"/>
              <a:tailEnd type="none" w="sm" len="sm"/>
            </a:ln>
          </p:spPr>
        </p:cxnSp>
        <p:cxnSp>
          <p:nvCxnSpPr>
            <p:cNvPr id="211" name="Google Shape;211;p9"/>
            <p:cNvCxnSpPr/>
            <p:nvPr/>
          </p:nvCxnSpPr>
          <p:spPr>
            <a:xfrm>
              <a:off x="1686538" y="3766220"/>
              <a:ext cx="8833707" cy="0"/>
            </a:xfrm>
            <a:prstGeom prst="straightConnector1">
              <a:avLst/>
            </a:prstGeom>
            <a:noFill/>
            <a:ln w="19050" cap="flat" cmpd="sng">
              <a:solidFill>
                <a:srgbClr val="044B9C"/>
              </a:solidFill>
              <a:prstDash val="solid"/>
              <a:miter lim="800000"/>
              <a:headEnd type="none" w="sm" len="sm"/>
              <a:tailEnd type="none" w="sm" len="sm"/>
            </a:ln>
          </p:spPr>
        </p:cxnSp>
        <p:cxnSp>
          <p:nvCxnSpPr>
            <p:cNvPr id="212" name="Google Shape;212;p9"/>
            <p:cNvCxnSpPr/>
            <p:nvPr/>
          </p:nvCxnSpPr>
          <p:spPr>
            <a:xfrm>
              <a:off x="6138070" y="3772598"/>
              <a:ext cx="0" cy="323850"/>
            </a:xfrm>
            <a:prstGeom prst="straightConnector1">
              <a:avLst/>
            </a:prstGeom>
            <a:noFill/>
            <a:ln w="19050" cap="flat" cmpd="sng">
              <a:solidFill>
                <a:srgbClr val="044B9C"/>
              </a:solidFill>
              <a:prstDash val="solid"/>
              <a:miter lim="800000"/>
              <a:headEnd type="none" w="sm" len="sm"/>
              <a:tailEnd type="none" w="sm" len="sm"/>
            </a:ln>
          </p:spPr>
        </p:cxnSp>
        <p:sp>
          <p:nvSpPr>
            <p:cNvPr id="213" name="Google Shape;213;p9"/>
            <p:cNvSpPr/>
            <p:nvPr/>
          </p:nvSpPr>
          <p:spPr>
            <a:xfrm>
              <a:off x="720317" y="4096448"/>
              <a:ext cx="10728733" cy="526102"/>
            </a:xfrm>
            <a:prstGeom prst="rect">
              <a:avLst/>
            </a:prstGeom>
            <a:solidFill>
              <a:srgbClr val="00467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chemeClr val="lt1"/>
                  </a:solidFill>
                  <a:latin typeface="Times New Roman"/>
                  <a:ea typeface="Times New Roman"/>
                  <a:cs typeface="Times New Roman"/>
                  <a:sym typeface="Times New Roman"/>
                </a:rPr>
                <a:t>ТЕКСТ ТЕКСТ ТЕКСТ ТЕКСТ ТЕКСТ ТЕКСТ ТЕКСТ ТЕКСТ ТЕКСТ ТЕКСТ ТЕКСТ ТЕКСТ ТЕКСТ</a:t>
              </a:r>
              <a:endParaRPr sz="1800">
                <a:solidFill>
                  <a:schemeClr val="lt1"/>
                </a:solidFill>
                <a:latin typeface="Times New Roman"/>
                <a:ea typeface="Times New Roman"/>
                <a:cs typeface="Times New Roman"/>
                <a:sym typeface="Times New Roman"/>
              </a:endParaRPr>
            </a:p>
          </p:txBody>
        </p:sp>
        <p:sp>
          <p:nvSpPr>
            <p:cNvPr id="214" name="Google Shape;214;p9"/>
            <p:cNvSpPr/>
            <p:nvPr/>
          </p:nvSpPr>
          <p:spPr>
            <a:xfrm>
              <a:off x="4956001" y="5268746"/>
              <a:ext cx="2516864" cy="1005551"/>
            </a:xfrm>
            <a:prstGeom prst="roundRect">
              <a:avLst>
                <a:gd name="adj" fmla="val 27305"/>
              </a:avLst>
            </a:prstGeom>
            <a:solidFill>
              <a:schemeClr val="accent4"/>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rgbClr val="C00000"/>
                  </a:solidFill>
                  <a:latin typeface="Times New Roman"/>
                  <a:ea typeface="Times New Roman"/>
                  <a:cs typeface="Times New Roman"/>
                  <a:sym typeface="Times New Roman"/>
                </a:rPr>
                <a:t>ТЕКСТ</a:t>
              </a:r>
              <a:endParaRPr sz="1800">
                <a:solidFill>
                  <a:srgbClr val="C00000"/>
                </a:solidFill>
                <a:latin typeface="Times New Roman"/>
                <a:ea typeface="Times New Roman"/>
                <a:cs typeface="Times New Roman"/>
                <a:sym typeface="Times New Roman"/>
              </a:endParaRPr>
            </a:p>
          </p:txBody>
        </p:sp>
        <p:sp>
          <p:nvSpPr>
            <p:cNvPr id="215" name="Google Shape;215;p9"/>
            <p:cNvSpPr/>
            <p:nvPr/>
          </p:nvSpPr>
          <p:spPr>
            <a:xfrm>
              <a:off x="3272879" y="5543679"/>
              <a:ext cx="1426203" cy="414814"/>
            </a:xfrm>
            <a:prstGeom prst="rightArrow">
              <a:avLst>
                <a:gd name="adj1" fmla="val 50000"/>
                <a:gd name="adj2" fmla="val 50000"/>
              </a:avLst>
            </a:prstGeom>
            <a:solidFill>
              <a:srgbClr val="00467A"/>
            </a:solidFill>
            <a:ln w="28575" cap="flat" cmpd="sng">
              <a:solidFill>
                <a:srgbClr val="0046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216" name="Google Shape;216;p9"/>
            <p:cNvSpPr/>
            <p:nvPr/>
          </p:nvSpPr>
          <p:spPr>
            <a:xfrm>
              <a:off x="9118195" y="5257978"/>
              <a:ext cx="2291446" cy="1005551"/>
            </a:xfrm>
            <a:prstGeom prst="roundRect">
              <a:avLst>
                <a:gd name="adj" fmla="val 27305"/>
              </a:avLst>
            </a:prstGeom>
            <a:solidFill>
              <a:srgbClr val="2E75B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ru-RU" sz="1800">
                  <a:solidFill>
                    <a:schemeClr val="lt1"/>
                  </a:solidFill>
                  <a:latin typeface="Times New Roman"/>
                  <a:ea typeface="Times New Roman"/>
                  <a:cs typeface="Times New Roman"/>
                  <a:sym typeface="Times New Roman"/>
                </a:rPr>
                <a:t>ТЕКСТ</a:t>
              </a:r>
              <a:endParaRPr sz="1800">
                <a:solidFill>
                  <a:schemeClr val="lt1"/>
                </a:solidFill>
                <a:latin typeface="Times New Roman"/>
                <a:ea typeface="Times New Roman"/>
                <a:cs typeface="Times New Roman"/>
                <a:sym typeface="Times New Roman"/>
              </a:endParaRPr>
            </a:p>
          </p:txBody>
        </p:sp>
        <p:sp>
          <p:nvSpPr>
            <p:cNvPr id="217" name="Google Shape;217;p9"/>
            <p:cNvSpPr/>
            <p:nvPr/>
          </p:nvSpPr>
          <p:spPr>
            <a:xfrm>
              <a:off x="7622462" y="5543940"/>
              <a:ext cx="1462901" cy="414814"/>
            </a:xfrm>
            <a:prstGeom prst="rightArrow">
              <a:avLst>
                <a:gd name="adj1" fmla="val 50000"/>
                <a:gd name="adj2" fmla="val 50000"/>
              </a:avLst>
            </a:prstGeom>
            <a:solidFill>
              <a:srgbClr val="00467A"/>
            </a:solidFill>
            <a:ln w="28575" cap="flat" cmpd="sng">
              <a:solidFill>
                <a:srgbClr val="0046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218" name="Google Shape;218;p9"/>
            <p:cNvSpPr/>
            <p:nvPr/>
          </p:nvSpPr>
          <p:spPr>
            <a:xfrm rot="5400000">
              <a:off x="1383489" y="4604768"/>
              <a:ext cx="874238" cy="414814"/>
            </a:xfrm>
            <a:prstGeom prst="rightArrow">
              <a:avLst>
                <a:gd name="adj1" fmla="val 50000"/>
                <a:gd name="adj2" fmla="val 50000"/>
              </a:avLst>
            </a:prstGeom>
            <a:solidFill>
              <a:srgbClr val="00467A"/>
            </a:solidFill>
            <a:ln w="28575" cap="flat" cmpd="sng">
              <a:solidFill>
                <a:srgbClr val="0046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219" name="Google Shape;219;p9"/>
            <p:cNvPicPr preferRelativeResize="0"/>
            <p:nvPr/>
          </p:nvPicPr>
          <p:blipFill rotWithShape="1">
            <a:blip r:embed="rId5">
              <a:alphaModFix/>
            </a:blip>
            <a:srcRect/>
            <a:stretch/>
          </p:blipFill>
          <p:spPr>
            <a:xfrm>
              <a:off x="650946" y="2390453"/>
              <a:ext cx="723443" cy="723443"/>
            </a:xfrm>
            <a:prstGeom prst="rect">
              <a:avLst/>
            </a:prstGeom>
            <a:noFill/>
            <a:ln>
              <a:noFill/>
            </a:ln>
          </p:spPr>
        </p:pic>
        <p:sp>
          <p:nvSpPr>
            <p:cNvPr id="220" name="Google Shape;220;p9"/>
            <p:cNvSpPr txBox="1"/>
            <p:nvPr/>
          </p:nvSpPr>
          <p:spPr>
            <a:xfrm>
              <a:off x="333317" y="3073330"/>
              <a:ext cx="13630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ТЕСКТ</a:t>
              </a:r>
              <a:endParaRPr sz="1600">
                <a:solidFill>
                  <a:srgbClr val="00467A"/>
                </a:solidFill>
                <a:latin typeface="Times New Roman"/>
                <a:ea typeface="Times New Roman"/>
                <a:cs typeface="Times New Roman"/>
                <a:sym typeface="Times New Roman"/>
              </a:endParaRPr>
            </a:p>
          </p:txBody>
        </p:sp>
        <p:sp>
          <p:nvSpPr>
            <p:cNvPr id="221" name="Google Shape;221;p9"/>
            <p:cNvSpPr txBox="1"/>
            <p:nvPr/>
          </p:nvSpPr>
          <p:spPr>
            <a:xfrm>
              <a:off x="1686538" y="3069713"/>
              <a:ext cx="113060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ТЕСКТ</a:t>
              </a:r>
              <a:endParaRPr sz="1600">
                <a:solidFill>
                  <a:srgbClr val="00467A"/>
                </a:solidFill>
                <a:latin typeface="Times New Roman"/>
                <a:ea typeface="Times New Roman"/>
                <a:cs typeface="Times New Roman"/>
                <a:sym typeface="Times New Roman"/>
              </a:endParaRPr>
            </a:p>
          </p:txBody>
        </p:sp>
        <p:pic>
          <p:nvPicPr>
            <p:cNvPr id="222" name="Google Shape;222;p9"/>
            <p:cNvPicPr preferRelativeResize="0"/>
            <p:nvPr/>
          </p:nvPicPr>
          <p:blipFill rotWithShape="1">
            <a:blip r:embed="rId6">
              <a:alphaModFix/>
            </a:blip>
            <a:srcRect/>
            <a:stretch/>
          </p:blipFill>
          <p:spPr>
            <a:xfrm>
              <a:off x="1903319" y="2352509"/>
              <a:ext cx="562962" cy="767513"/>
            </a:xfrm>
            <a:prstGeom prst="rect">
              <a:avLst/>
            </a:prstGeom>
            <a:noFill/>
            <a:ln>
              <a:noFill/>
            </a:ln>
          </p:spPr>
        </p:pic>
        <p:pic>
          <p:nvPicPr>
            <p:cNvPr id="223" name="Google Shape;223;p9"/>
            <p:cNvPicPr preferRelativeResize="0"/>
            <p:nvPr/>
          </p:nvPicPr>
          <p:blipFill rotWithShape="1">
            <a:blip r:embed="rId5">
              <a:alphaModFix/>
            </a:blip>
            <a:srcRect/>
            <a:stretch/>
          </p:blipFill>
          <p:spPr>
            <a:xfrm>
              <a:off x="3591208" y="2390453"/>
              <a:ext cx="712874" cy="712875"/>
            </a:xfrm>
            <a:prstGeom prst="rect">
              <a:avLst/>
            </a:prstGeom>
            <a:noFill/>
            <a:ln>
              <a:noFill/>
            </a:ln>
          </p:spPr>
        </p:pic>
        <p:sp>
          <p:nvSpPr>
            <p:cNvPr id="224" name="Google Shape;224;p9"/>
            <p:cNvSpPr txBox="1"/>
            <p:nvPr/>
          </p:nvSpPr>
          <p:spPr>
            <a:xfrm>
              <a:off x="3272878" y="3060943"/>
              <a:ext cx="13630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sp>
          <p:nvSpPr>
            <p:cNvPr id="225" name="Google Shape;225;p9"/>
            <p:cNvSpPr txBox="1"/>
            <p:nvPr/>
          </p:nvSpPr>
          <p:spPr>
            <a:xfrm>
              <a:off x="4616233" y="3059145"/>
              <a:ext cx="113060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226" name="Google Shape;226;p9"/>
            <p:cNvPicPr preferRelativeResize="0"/>
            <p:nvPr/>
          </p:nvPicPr>
          <p:blipFill rotWithShape="1">
            <a:blip r:embed="rId7">
              <a:alphaModFix/>
            </a:blip>
            <a:srcRect/>
            <a:stretch/>
          </p:blipFill>
          <p:spPr>
            <a:xfrm>
              <a:off x="4855010" y="2352509"/>
              <a:ext cx="555210" cy="756944"/>
            </a:xfrm>
            <a:prstGeom prst="rect">
              <a:avLst/>
            </a:prstGeom>
            <a:noFill/>
            <a:ln>
              <a:noFill/>
            </a:ln>
          </p:spPr>
        </p:pic>
        <p:pic>
          <p:nvPicPr>
            <p:cNvPr id="227" name="Google Shape;227;p9"/>
            <p:cNvPicPr preferRelativeResize="0"/>
            <p:nvPr/>
          </p:nvPicPr>
          <p:blipFill rotWithShape="1">
            <a:blip r:embed="rId5">
              <a:alphaModFix/>
            </a:blip>
            <a:srcRect/>
            <a:stretch/>
          </p:blipFill>
          <p:spPr>
            <a:xfrm>
              <a:off x="6556566" y="2352508"/>
              <a:ext cx="732673" cy="732673"/>
            </a:xfrm>
            <a:prstGeom prst="rect">
              <a:avLst/>
            </a:prstGeom>
            <a:noFill/>
            <a:ln>
              <a:noFill/>
            </a:ln>
          </p:spPr>
        </p:pic>
        <p:sp>
          <p:nvSpPr>
            <p:cNvPr id="228" name="Google Shape;228;p9"/>
            <p:cNvSpPr txBox="1"/>
            <p:nvPr/>
          </p:nvSpPr>
          <p:spPr>
            <a:xfrm>
              <a:off x="6251267" y="3040521"/>
              <a:ext cx="13630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sp>
          <p:nvSpPr>
            <p:cNvPr id="229" name="Google Shape;229;p9"/>
            <p:cNvSpPr txBox="1"/>
            <p:nvPr/>
          </p:nvSpPr>
          <p:spPr>
            <a:xfrm>
              <a:off x="7601390" y="3040999"/>
              <a:ext cx="113060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230" name="Google Shape;230;p9"/>
            <p:cNvPicPr preferRelativeResize="0"/>
            <p:nvPr/>
          </p:nvPicPr>
          <p:blipFill rotWithShape="1">
            <a:blip r:embed="rId8">
              <a:alphaModFix/>
            </a:blip>
            <a:srcRect/>
            <a:stretch/>
          </p:blipFill>
          <p:spPr>
            <a:xfrm>
              <a:off x="7889670" y="2356846"/>
              <a:ext cx="538720" cy="734462"/>
            </a:xfrm>
            <a:prstGeom prst="rect">
              <a:avLst/>
            </a:prstGeom>
            <a:noFill/>
            <a:ln>
              <a:noFill/>
            </a:ln>
          </p:spPr>
        </p:pic>
        <p:pic>
          <p:nvPicPr>
            <p:cNvPr id="231" name="Google Shape;231;p9"/>
            <p:cNvPicPr preferRelativeResize="0"/>
            <p:nvPr/>
          </p:nvPicPr>
          <p:blipFill rotWithShape="1">
            <a:blip r:embed="rId5">
              <a:alphaModFix/>
            </a:blip>
            <a:srcRect/>
            <a:stretch/>
          </p:blipFill>
          <p:spPr>
            <a:xfrm>
              <a:off x="9400571" y="2352507"/>
              <a:ext cx="732675" cy="732675"/>
            </a:xfrm>
            <a:prstGeom prst="rect">
              <a:avLst/>
            </a:prstGeom>
            <a:noFill/>
            <a:ln>
              <a:noFill/>
            </a:ln>
          </p:spPr>
        </p:pic>
        <p:sp>
          <p:nvSpPr>
            <p:cNvPr id="232" name="Google Shape;232;p9"/>
            <p:cNvSpPr txBox="1"/>
            <p:nvPr/>
          </p:nvSpPr>
          <p:spPr>
            <a:xfrm>
              <a:off x="9085364" y="3059145"/>
              <a:ext cx="13630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sp>
          <p:nvSpPr>
            <p:cNvPr id="233" name="Google Shape;233;p9"/>
            <p:cNvSpPr txBox="1"/>
            <p:nvPr/>
          </p:nvSpPr>
          <p:spPr>
            <a:xfrm>
              <a:off x="10445397" y="3040999"/>
              <a:ext cx="113060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600">
                  <a:solidFill>
                    <a:srgbClr val="00467A"/>
                  </a:solidFill>
                  <a:latin typeface="Times New Roman"/>
                  <a:ea typeface="Times New Roman"/>
                  <a:cs typeface="Times New Roman"/>
                  <a:sym typeface="Times New Roman"/>
                </a:rPr>
                <a:t>ТЕКСТ</a:t>
              </a:r>
              <a:endParaRPr sz="1600">
                <a:solidFill>
                  <a:srgbClr val="00467A"/>
                </a:solidFill>
                <a:latin typeface="Times New Roman"/>
                <a:ea typeface="Times New Roman"/>
                <a:cs typeface="Times New Roman"/>
                <a:sym typeface="Times New Roman"/>
              </a:endParaRPr>
            </a:p>
          </p:txBody>
        </p:sp>
        <p:pic>
          <p:nvPicPr>
            <p:cNvPr id="234" name="Google Shape;234;p9"/>
            <p:cNvPicPr preferRelativeResize="0"/>
            <p:nvPr/>
          </p:nvPicPr>
          <p:blipFill rotWithShape="1">
            <a:blip r:embed="rId9">
              <a:alphaModFix/>
            </a:blip>
            <a:srcRect/>
            <a:stretch/>
          </p:blipFill>
          <p:spPr>
            <a:xfrm>
              <a:off x="10739918" y="2352506"/>
              <a:ext cx="541903" cy="738802"/>
            </a:xfrm>
            <a:prstGeom prst="rect">
              <a:avLst/>
            </a:prstGeom>
            <a:noFill/>
            <a:ln>
              <a:noFill/>
            </a:ln>
          </p:spPr>
        </p:pic>
        <p:pic>
          <p:nvPicPr>
            <p:cNvPr id="235" name="Google Shape;235;p9"/>
            <p:cNvPicPr preferRelativeResize="0"/>
            <p:nvPr/>
          </p:nvPicPr>
          <p:blipFill rotWithShape="1">
            <a:blip r:embed="rId4">
              <a:alphaModFix/>
            </a:blip>
            <a:srcRect/>
            <a:stretch/>
          </p:blipFill>
          <p:spPr>
            <a:xfrm>
              <a:off x="1864734" y="1073825"/>
              <a:ext cx="522275" cy="522275"/>
            </a:xfrm>
            <a:prstGeom prst="rect">
              <a:avLst/>
            </a:prstGeom>
            <a:noFill/>
            <a:ln>
              <a:noFill/>
            </a:ln>
          </p:spPr>
        </p:pic>
      </p:grpSp>
      <p:sp>
        <p:nvSpPr>
          <p:cNvPr id="236" name="Google Shape;236;p9"/>
          <p:cNvSpPr/>
          <p:nvPr/>
        </p:nvSpPr>
        <p:spPr>
          <a:xfrm>
            <a:off x="9163464" y="628128"/>
            <a:ext cx="2747932"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400" b="1">
                <a:solidFill>
                  <a:srgbClr val="044B9C"/>
                </a:solidFill>
                <a:latin typeface="Times New Roman"/>
                <a:ea typeface="Times New Roman"/>
                <a:cs typeface="Times New Roman"/>
                <a:sym typeface="Times New Roman"/>
              </a:rPr>
              <a:t>Пример оформления схемы №2</a:t>
            </a:r>
            <a:endParaRPr sz="1400" b="1">
              <a:solidFill>
                <a:srgbClr val="044B9C"/>
              </a:solidFill>
              <a:latin typeface="Times New Roman"/>
              <a:ea typeface="Times New Roman"/>
              <a:cs typeface="Times New Roman"/>
              <a:sym typeface="Times New Roman"/>
            </a:endParaRPr>
          </a:p>
        </p:txBody>
      </p:sp>
      <p:sp>
        <p:nvSpPr>
          <p:cNvPr id="237" name="Google Shape;237;p9"/>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9</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1"/>
        <p:cNvGrpSpPr/>
        <p:nvPr/>
      </p:nvGrpSpPr>
      <p:grpSpPr>
        <a:xfrm>
          <a:off x="0" y="0"/>
          <a:ext cx="0" cy="0"/>
          <a:chOff x="0" y="0"/>
          <a:chExt cx="0" cy="0"/>
        </a:xfrm>
      </p:grpSpPr>
      <p:sp>
        <p:nvSpPr>
          <p:cNvPr id="242" name="Google Shape;242;p10"/>
          <p:cNvSpPr/>
          <p:nvPr/>
        </p:nvSpPr>
        <p:spPr>
          <a:xfrm>
            <a:off x="649261" y="5222155"/>
            <a:ext cx="4002579"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400" b="1">
                <a:solidFill>
                  <a:srgbClr val="044B9C"/>
                </a:solidFill>
                <a:latin typeface="Times New Roman"/>
                <a:ea typeface="Times New Roman"/>
                <a:cs typeface="Times New Roman"/>
                <a:sym typeface="Times New Roman"/>
              </a:rPr>
              <a:t>Автоматизированный учет вычитки преподавателей, групп, занятий за любой период (ОТЧЕТЫ ). Аналитический прогноз вычитки  в реальном времени.  </a:t>
            </a:r>
            <a:endParaRPr/>
          </a:p>
        </p:txBody>
      </p:sp>
      <p:pic>
        <p:nvPicPr>
          <p:cNvPr id="243" name="Google Shape;243;p10"/>
          <p:cNvPicPr preferRelativeResize="0"/>
          <p:nvPr/>
        </p:nvPicPr>
        <p:blipFill rotWithShape="1">
          <a:blip r:embed="rId4">
            <a:alphaModFix/>
          </a:blip>
          <a:srcRect/>
          <a:stretch/>
        </p:blipFill>
        <p:spPr>
          <a:xfrm>
            <a:off x="2028883" y="4135111"/>
            <a:ext cx="980279" cy="980279"/>
          </a:xfrm>
          <a:prstGeom prst="rect">
            <a:avLst/>
          </a:prstGeom>
          <a:noFill/>
          <a:ln>
            <a:noFill/>
          </a:ln>
        </p:spPr>
      </p:pic>
      <p:pic>
        <p:nvPicPr>
          <p:cNvPr id="244" name="Google Shape;244;p10"/>
          <p:cNvPicPr preferRelativeResize="0"/>
          <p:nvPr/>
        </p:nvPicPr>
        <p:blipFill rotWithShape="1">
          <a:blip r:embed="rId5">
            <a:alphaModFix/>
          </a:blip>
          <a:srcRect/>
          <a:stretch/>
        </p:blipFill>
        <p:spPr>
          <a:xfrm>
            <a:off x="2070083" y="1702514"/>
            <a:ext cx="968398" cy="968398"/>
          </a:xfrm>
          <a:prstGeom prst="rect">
            <a:avLst/>
          </a:prstGeom>
          <a:noFill/>
          <a:ln>
            <a:noFill/>
          </a:ln>
        </p:spPr>
      </p:pic>
      <p:sp>
        <p:nvSpPr>
          <p:cNvPr id="245" name="Google Shape;245;p10"/>
          <p:cNvSpPr/>
          <p:nvPr/>
        </p:nvSpPr>
        <p:spPr>
          <a:xfrm>
            <a:off x="757016" y="2804678"/>
            <a:ext cx="351323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400" b="1">
                <a:solidFill>
                  <a:srgbClr val="044B9C"/>
                </a:solidFill>
                <a:latin typeface="Times New Roman"/>
                <a:ea typeface="Times New Roman"/>
                <a:cs typeface="Times New Roman"/>
                <a:sym typeface="Times New Roman"/>
              </a:rPr>
              <a:t>ТЕКСТ ТЕСКТ ТЕСКТ</a:t>
            </a:r>
            <a:endParaRPr sz="1400" b="1">
              <a:solidFill>
                <a:srgbClr val="044B9C"/>
              </a:solidFill>
              <a:latin typeface="Times New Roman"/>
              <a:ea typeface="Times New Roman"/>
              <a:cs typeface="Times New Roman"/>
              <a:sym typeface="Times New Roman"/>
            </a:endParaRPr>
          </a:p>
        </p:txBody>
      </p:sp>
      <p:pic>
        <p:nvPicPr>
          <p:cNvPr id="246" name="Google Shape;246;p10"/>
          <p:cNvPicPr preferRelativeResize="0"/>
          <p:nvPr/>
        </p:nvPicPr>
        <p:blipFill rotWithShape="1">
          <a:blip r:embed="rId6">
            <a:alphaModFix/>
          </a:blip>
          <a:srcRect/>
          <a:stretch/>
        </p:blipFill>
        <p:spPr>
          <a:xfrm>
            <a:off x="8036152" y="3967018"/>
            <a:ext cx="830125" cy="830125"/>
          </a:xfrm>
          <a:prstGeom prst="rect">
            <a:avLst/>
          </a:prstGeom>
          <a:noFill/>
          <a:ln>
            <a:noFill/>
          </a:ln>
        </p:spPr>
      </p:pic>
      <p:sp>
        <p:nvSpPr>
          <p:cNvPr id="247" name="Google Shape;247;p10"/>
          <p:cNvSpPr/>
          <p:nvPr/>
        </p:nvSpPr>
        <p:spPr>
          <a:xfrm>
            <a:off x="5271486" y="5070745"/>
            <a:ext cx="5957209"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400" b="1">
                <a:solidFill>
                  <a:srgbClr val="044B9C"/>
                </a:solidFill>
                <a:latin typeface="Times New Roman"/>
                <a:ea typeface="Times New Roman"/>
                <a:cs typeface="Times New Roman"/>
                <a:sym typeface="Times New Roman"/>
              </a:rPr>
              <a:t>Оперативное информирование всех участников образовательного процесса о текущих изменениях в расписания посредством официального сайта колледжа и собственных разработок специализированных приложений. </a:t>
            </a:r>
            <a:endParaRPr sz="1400" b="1">
              <a:solidFill>
                <a:srgbClr val="044B9C"/>
              </a:solidFill>
              <a:latin typeface="Times New Roman"/>
              <a:ea typeface="Times New Roman"/>
              <a:cs typeface="Times New Roman"/>
              <a:sym typeface="Times New Roman"/>
            </a:endParaRPr>
          </a:p>
        </p:txBody>
      </p:sp>
      <p:sp>
        <p:nvSpPr>
          <p:cNvPr id="248" name="Google Shape;248;p10"/>
          <p:cNvSpPr txBox="1"/>
          <p:nvPr/>
        </p:nvSpPr>
        <p:spPr>
          <a:xfrm>
            <a:off x="8036152" y="-12700"/>
            <a:ext cx="3995903"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800" b="1">
                <a:solidFill>
                  <a:schemeClr val="lt1"/>
                </a:solidFill>
                <a:latin typeface="Times New Roman"/>
                <a:ea typeface="Times New Roman"/>
                <a:cs typeface="Times New Roman"/>
                <a:sym typeface="Times New Roman"/>
              </a:rPr>
              <a:t>ПРИМЕР СЛАЙДА</a:t>
            </a:r>
            <a:endParaRPr sz="2800" b="1">
              <a:solidFill>
                <a:schemeClr val="lt1"/>
              </a:solidFill>
              <a:latin typeface="Times New Roman"/>
              <a:ea typeface="Times New Roman"/>
              <a:cs typeface="Times New Roman"/>
              <a:sym typeface="Times New Roman"/>
            </a:endParaRPr>
          </a:p>
        </p:txBody>
      </p:sp>
      <p:sp>
        <p:nvSpPr>
          <p:cNvPr id="249" name="Google Shape;249;p10"/>
          <p:cNvSpPr/>
          <p:nvPr/>
        </p:nvSpPr>
        <p:spPr>
          <a:xfrm>
            <a:off x="7557796" y="584342"/>
            <a:ext cx="4474259"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600" b="1">
                <a:solidFill>
                  <a:srgbClr val="00467A"/>
                </a:solidFill>
                <a:latin typeface="Times New Roman"/>
                <a:ea typeface="Times New Roman"/>
                <a:cs typeface="Times New Roman"/>
                <a:sym typeface="Times New Roman"/>
              </a:rPr>
              <a:t>Пример оформления основных перечислений</a:t>
            </a:r>
            <a:endParaRPr sz="1600" b="1">
              <a:solidFill>
                <a:srgbClr val="00467A"/>
              </a:solidFill>
              <a:latin typeface="Times New Roman"/>
              <a:ea typeface="Times New Roman"/>
              <a:cs typeface="Times New Roman"/>
              <a:sym typeface="Times New Roman"/>
            </a:endParaRPr>
          </a:p>
        </p:txBody>
      </p:sp>
      <p:sp>
        <p:nvSpPr>
          <p:cNvPr id="250" name="Google Shape;250;p10"/>
          <p:cNvSpPr/>
          <p:nvPr/>
        </p:nvSpPr>
        <p:spPr>
          <a:xfrm>
            <a:off x="4651840" y="2807713"/>
            <a:ext cx="3289520"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400" b="1">
                <a:solidFill>
                  <a:srgbClr val="044B9C"/>
                </a:solidFill>
                <a:latin typeface="Times New Roman"/>
                <a:ea typeface="Times New Roman"/>
                <a:cs typeface="Times New Roman"/>
                <a:sym typeface="Times New Roman"/>
              </a:rPr>
              <a:t>Оптимальное использование аудиторного фонда, с учетом структурных подразделений</a:t>
            </a:r>
            <a:endParaRPr sz="1400" b="1">
              <a:solidFill>
                <a:srgbClr val="044B9C"/>
              </a:solidFill>
              <a:latin typeface="Times New Roman"/>
              <a:ea typeface="Times New Roman"/>
              <a:cs typeface="Times New Roman"/>
              <a:sym typeface="Times New Roman"/>
            </a:endParaRPr>
          </a:p>
        </p:txBody>
      </p:sp>
      <p:pic>
        <p:nvPicPr>
          <p:cNvPr id="251" name="Google Shape;251;p10"/>
          <p:cNvPicPr preferRelativeResize="0"/>
          <p:nvPr/>
        </p:nvPicPr>
        <p:blipFill rotWithShape="1">
          <a:blip r:embed="rId7">
            <a:alphaModFix/>
          </a:blip>
          <a:srcRect/>
          <a:stretch/>
        </p:blipFill>
        <p:spPr>
          <a:xfrm>
            <a:off x="5873388" y="1829394"/>
            <a:ext cx="827662" cy="841518"/>
          </a:xfrm>
          <a:prstGeom prst="rect">
            <a:avLst/>
          </a:prstGeom>
          <a:noFill/>
          <a:ln>
            <a:noFill/>
          </a:ln>
        </p:spPr>
      </p:pic>
      <p:sp>
        <p:nvSpPr>
          <p:cNvPr id="252" name="Google Shape;252;p10"/>
          <p:cNvSpPr/>
          <p:nvPr/>
        </p:nvSpPr>
        <p:spPr>
          <a:xfrm>
            <a:off x="8233348" y="2762865"/>
            <a:ext cx="3289520"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1400" b="1">
                <a:solidFill>
                  <a:srgbClr val="044B9C"/>
                </a:solidFill>
                <a:latin typeface="Times New Roman"/>
                <a:ea typeface="Times New Roman"/>
                <a:cs typeface="Times New Roman"/>
                <a:sym typeface="Times New Roman"/>
              </a:rPr>
              <a:t>Автоматизированный учет ограничений педагогов, помещений и групп. Рабочий график преподавателя</a:t>
            </a:r>
            <a:endParaRPr sz="1400" b="1">
              <a:solidFill>
                <a:srgbClr val="044B9C"/>
              </a:solidFill>
              <a:latin typeface="Times New Roman"/>
              <a:ea typeface="Times New Roman"/>
              <a:cs typeface="Times New Roman"/>
              <a:sym typeface="Times New Roman"/>
            </a:endParaRPr>
          </a:p>
        </p:txBody>
      </p:sp>
      <p:pic>
        <p:nvPicPr>
          <p:cNvPr id="253" name="Google Shape;253;p10"/>
          <p:cNvPicPr preferRelativeResize="0"/>
          <p:nvPr/>
        </p:nvPicPr>
        <p:blipFill rotWithShape="1">
          <a:blip r:embed="rId8">
            <a:alphaModFix/>
          </a:blip>
          <a:srcRect/>
          <a:stretch/>
        </p:blipFill>
        <p:spPr>
          <a:xfrm>
            <a:off x="9422946" y="1810666"/>
            <a:ext cx="910323" cy="910323"/>
          </a:xfrm>
          <a:prstGeom prst="rect">
            <a:avLst/>
          </a:prstGeom>
          <a:noFill/>
          <a:ln>
            <a:noFill/>
          </a:ln>
        </p:spPr>
      </p:pic>
      <p:sp>
        <p:nvSpPr>
          <p:cNvPr id="254" name="Google Shape;254;p10"/>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10</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p11"/>
          <p:cNvSpPr txBox="1"/>
          <p:nvPr/>
        </p:nvSpPr>
        <p:spPr>
          <a:xfrm>
            <a:off x="5216879" y="101538"/>
            <a:ext cx="6699300" cy="4002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000" b="1">
                <a:solidFill>
                  <a:schemeClr val="lt1"/>
                </a:solidFill>
                <a:latin typeface="Times New Roman"/>
                <a:ea typeface="Times New Roman"/>
                <a:cs typeface="Times New Roman"/>
                <a:sym typeface="Times New Roman"/>
              </a:rPr>
              <a:t>ПРИМЕР СЛАЙДА С ИЗОБРАЖЕНИЕМ</a:t>
            </a:r>
            <a:endParaRPr sz="2000" b="1">
              <a:solidFill>
                <a:schemeClr val="lt1"/>
              </a:solidFill>
              <a:latin typeface="Times New Roman"/>
              <a:ea typeface="Times New Roman"/>
              <a:cs typeface="Times New Roman"/>
              <a:sym typeface="Times New Roman"/>
            </a:endParaRPr>
          </a:p>
        </p:txBody>
      </p:sp>
      <p:sp>
        <p:nvSpPr>
          <p:cNvPr id="260" name="Google Shape;260;p11"/>
          <p:cNvSpPr/>
          <p:nvPr/>
        </p:nvSpPr>
        <p:spPr>
          <a:xfrm>
            <a:off x="7110620" y="1982419"/>
            <a:ext cx="4694284" cy="336656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ru-RU" sz="1800">
                <a:solidFill>
                  <a:srgbClr val="00467A"/>
                </a:solidFill>
                <a:latin typeface="Times New Roman"/>
                <a:ea typeface="Times New Roman"/>
                <a:cs typeface="Times New Roman"/>
                <a:sym typeface="Times New Roman"/>
              </a:rPr>
              <a:t>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a:t>
            </a:r>
            <a:endParaRPr sz="1800">
              <a:solidFill>
                <a:srgbClr val="00467A"/>
              </a:solidFill>
              <a:latin typeface="Times New Roman"/>
              <a:ea typeface="Times New Roman"/>
              <a:cs typeface="Times New Roman"/>
              <a:sym typeface="Times New Roman"/>
            </a:endParaRPr>
          </a:p>
        </p:txBody>
      </p:sp>
      <p:sp>
        <p:nvSpPr>
          <p:cNvPr id="261" name="Google Shape;261;p11"/>
          <p:cNvSpPr/>
          <p:nvPr/>
        </p:nvSpPr>
        <p:spPr>
          <a:xfrm>
            <a:off x="5998465" y="577241"/>
            <a:ext cx="5917724"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1400" b="1">
                <a:solidFill>
                  <a:srgbClr val="044B9C"/>
                </a:solidFill>
                <a:latin typeface="Times New Roman"/>
                <a:ea typeface="Times New Roman"/>
                <a:cs typeface="Times New Roman"/>
                <a:sym typeface="Times New Roman"/>
              </a:rPr>
              <a:t>Изображение рекомендуется располагать слева от текста</a:t>
            </a:r>
            <a:endParaRPr sz="1400" b="1">
              <a:solidFill>
                <a:srgbClr val="044B9C"/>
              </a:solidFill>
              <a:latin typeface="Times New Roman"/>
              <a:ea typeface="Times New Roman"/>
              <a:cs typeface="Times New Roman"/>
              <a:sym typeface="Times New Roman"/>
            </a:endParaRPr>
          </a:p>
        </p:txBody>
      </p:sp>
      <p:pic>
        <p:nvPicPr>
          <p:cNvPr id="262" name="Google Shape;262;p11"/>
          <p:cNvPicPr preferRelativeResize="0"/>
          <p:nvPr/>
        </p:nvPicPr>
        <p:blipFill rotWithShape="1">
          <a:blip r:embed="rId4">
            <a:alphaModFix/>
          </a:blip>
          <a:srcRect l="11942" r="14589"/>
          <a:stretch/>
        </p:blipFill>
        <p:spPr>
          <a:xfrm>
            <a:off x="299581" y="1738144"/>
            <a:ext cx="6594995" cy="3855115"/>
          </a:xfrm>
          <a:prstGeom prst="rect">
            <a:avLst/>
          </a:prstGeom>
          <a:noFill/>
          <a:ln w="9525" cap="flat" cmpd="sng">
            <a:solidFill>
              <a:schemeClr val="dk1"/>
            </a:solidFill>
            <a:prstDash val="solid"/>
            <a:round/>
            <a:headEnd type="none" w="sm" len="sm"/>
            <a:tailEnd type="none" w="sm" len="sm"/>
          </a:ln>
        </p:spPr>
      </p:pic>
      <p:sp>
        <p:nvSpPr>
          <p:cNvPr id="263" name="Google Shape;263;p11"/>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11</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sp>
        <p:nvSpPr>
          <p:cNvPr id="268" name="Google Shape;268;p12"/>
          <p:cNvSpPr txBox="1"/>
          <p:nvPr/>
        </p:nvSpPr>
        <p:spPr>
          <a:xfrm>
            <a:off x="5858592" y="45135"/>
            <a:ext cx="6174911"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i="0">
                <a:solidFill>
                  <a:schemeClr val="lt1"/>
                </a:solidFill>
                <a:latin typeface="Times New Roman"/>
                <a:ea typeface="Times New Roman"/>
                <a:cs typeface="Times New Roman"/>
                <a:sym typeface="Times New Roman"/>
              </a:rPr>
              <a:t>ПЕРСПЕКТИВЫ</a:t>
            </a:r>
            <a:endParaRPr sz="2400" b="1">
              <a:solidFill>
                <a:schemeClr val="lt1"/>
              </a:solidFill>
              <a:latin typeface="Times New Roman"/>
              <a:ea typeface="Times New Roman"/>
              <a:cs typeface="Times New Roman"/>
              <a:sym typeface="Times New Roman"/>
            </a:endParaRPr>
          </a:p>
        </p:txBody>
      </p:sp>
      <p:sp>
        <p:nvSpPr>
          <p:cNvPr id="269" name="Google Shape;269;p12"/>
          <p:cNvSpPr/>
          <p:nvPr/>
        </p:nvSpPr>
        <p:spPr>
          <a:xfrm>
            <a:off x="649890" y="1506931"/>
            <a:ext cx="11082528" cy="466281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228600" algn="l" rtl="0">
              <a:lnSpc>
                <a:spcPct val="150000"/>
              </a:lnSpc>
              <a:spcBef>
                <a:spcPts val="0"/>
              </a:spcBef>
              <a:spcAft>
                <a:spcPts val="0"/>
              </a:spcAft>
              <a:buClr>
                <a:schemeClr val="dk1"/>
              </a:buClr>
              <a:buSzPts val="1800"/>
              <a:buFont typeface="Calibri"/>
              <a:buNone/>
            </a:pPr>
            <a:endParaRPr sz="1800" dirty="0">
              <a:solidFill>
                <a:srgbClr val="00467A"/>
              </a:solidFill>
              <a:latin typeface="Times New Roman"/>
              <a:ea typeface="Times New Roman"/>
              <a:cs typeface="Times New Roman"/>
              <a:sym typeface="Times New Roman"/>
            </a:endParaRPr>
          </a:p>
        </p:txBody>
      </p:sp>
      <p:sp>
        <p:nvSpPr>
          <p:cNvPr id="270" name="Google Shape;270;p12"/>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12</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5" name="Google Shape;275;p13"/>
          <p:cNvSpPr txBox="1"/>
          <p:nvPr/>
        </p:nvSpPr>
        <p:spPr>
          <a:xfrm>
            <a:off x="5858592" y="45135"/>
            <a:ext cx="6174911"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ru-RU" sz="2400" b="1">
                <a:solidFill>
                  <a:schemeClr val="lt1"/>
                </a:solidFill>
                <a:latin typeface="Times New Roman"/>
                <a:ea typeface="Times New Roman"/>
                <a:cs typeface="Times New Roman"/>
                <a:sym typeface="Times New Roman"/>
              </a:rPr>
              <a:t>ЗАКЛЮЧЕНИЕ</a:t>
            </a:r>
            <a:endParaRPr sz="2400" b="1">
              <a:solidFill>
                <a:schemeClr val="lt1"/>
              </a:solidFill>
              <a:latin typeface="Times New Roman"/>
              <a:ea typeface="Times New Roman"/>
              <a:cs typeface="Times New Roman"/>
              <a:sym typeface="Times New Roman"/>
            </a:endParaRPr>
          </a:p>
        </p:txBody>
      </p:sp>
      <p:sp>
        <p:nvSpPr>
          <p:cNvPr id="276" name="Google Shape;276;p13"/>
          <p:cNvSpPr/>
          <p:nvPr/>
        </p:nvSpPr>
        <p:spPr>
          <a:xfrm>
            <a:off x="649890" y="1506931"/>
            <a:ext cx="11082528" cy="466281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342900" algn="l" rtl="0">
              <a:lnSpc>
                <a:spcPct val="150000"/>
              </a:lnSpc>
              <a:spcBef>
                <a:spcPts val="0"/>
              </a:spcBef>
              <a:spcAft>
                <a:spcPts val="0"/>
              </a:spcAft>
              <a:buClr>
                <a:srgbClr val="00467A"/>
              </a:buClr>
              <a:buSzPts val="1800"/>
              <a:buFont typeface="Times New Roman"/>
              <a:buAutoNum type="arabicPeriod"/>
            </a:pPr>
            <a:r>
              <a:rPr lang="ru-RU" sz="1800" dirty="0">
                <a:solidFill>
                  <a:srgbClr val="00467A"/>
                </a:solidFill>
                <a:latin typeface="Times New Roman"/>
                <a:ea typeface="Times New Roman"/>
                <a:cs typeface="Times New Roman"/>
                <a:sym typeface="Times New Roman"/>
              </a:rPr>
              <a:t>Текст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r>
              <a:rPr lang="ru-RU" sz="1800" dirty="0">
                <a:solidFill>
                  <a:srgbClr val="00467A"/>
                </a:solidFill>
                <a:latin typeface="Times New Roman"/>
                <a:ea typeface="Times New Roman"/>
                <a:cs typeface="Times New Roman"/>
                <a:sym typeface="Times New Roman"/>
              </a:rPr>
              <a:t> </a:t>
            </a:r>
            <a:r>
              <a:rPr lang="ru-RU" sz="1800" dirty="0" err="1">
                <a:solidFill>
                  <a:srgbClr val="00467A"/>
                </a:solidFill>
                <a:latin typeface="Times New Roman"/>
                <a:ea typeface="Times New Roman"/>
                <a:cs typeface="Times New Roman"/>
                <a:sym typeface="Times New Roman"/>
              </a:rPr>
              <a:t>текст</a:t>
            </a:r>
            <a:endParaRPr sz="1800" dirty="0">
              <a:solidFill>
                <a:srgbClr val="00467A"/>
              </a:solidFill>
              <a:latin typeface="Times New Roman"/>
              <a:ea typeface="Times New Roman"/>
              <a:cs typeface="Times New Roman"/>
              <a:sym typeface="Times New Roman"/>
            </a:endParaRPr>
          </a:p>
          <a:p>
            <a:pPr marL="342900" marR="0" lvl="0" indent="-228600" algn="l" rtl="0">
              <a:lnSpc>
                <a:spcPct val="150000"/>
              </a:lnSpc>
              <a:spcBef>
                <a:spcPts val="0"/>
              </a:spcBef>
              <a:spcAft>
                <a:spcPts val="0"/>
              </a:spcAft>
              <a:buClr>
                <a:schemeClr val="dk1"/>
              </a:buClr>
              <a:buSzPts val="1800"/>
              <a:buFont typeface="Calibri"/>
              <a:buNone/>
            </a:pPr>
            <a:endParaRPr sz="1800" dirty="0">
              <a:solidFill>
                <a:srgbClr val="00467A"/>
              </a:solidFill>
              <a:latin typeface="Times New Roman"/>
              <a:ea typeface="Times New Roman"/>
              <a:cs typeface="Times New Roman"/>
              <a:sym typeface="Times New Roman"/>
            </a:endParaRPr>
          </a:p>
        </p:txBody>
      </p:sp>
      <p:sp>
        <p:nvSpPr>
          <p:cNvPr id="277" name="Google Shape;277;p13"/>
          <p:cNvSpPr txBox="1"/>
          <p:nvPr/>
        </p:nvSpPr>
        <p:spPr>
          <a:xfrm>
            <a:off x="11173969" y="6257389"/>
            <a:ext cx="62179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ru-RU" sz="2800" b="1">
                <a:solidFill>
                  <a:schemeClr val="lt1"/>
                </a:solidFill>
                <a:latin typeface="Times New Roman"/>
                <a:ea typeface="Times New Roman"/>
                <a:cs typeface="Times New Roman"/>
                <a:sym typeface="Times New Roman"/>
              </a:rPr>
              <a:t>13</a:t>
            </a:r>
            <a:endParaRPr sz="1050" b="1">
              <a:solidFill>
                <a:schemeClr val="lt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14"/>
          <p:cNvSpPr txBox="1">
            <a:spLocks noGrp="1"/>
          </p:cNvSpPr>
          <p:nvPr>
            <p:ph type="ctrTitle"/>
          </p:nvPr>
        </p:nvSpPr>
        <p:spPr>
          <a:xfrm>
            <a:off x="7841673" y="5098472"/>
            <a:ext cx="3546763" cy="1244770"/>
          </a:xfrm>
          <a:prstGeom prst="rect">
            <a:avLst/>
          </a:prstGeom>
          <a:noFill/>
          <a:ln>
            <a:noFill/>
          </a:ln>
        </p:spPr>
        <p:txBody>
          <a:bodyPr spcFirstLastPara="1" wrap="square" lIns="91425" tIns="45700" rIns="91425" bIns="45700" anchor="b" anchorCtr="0">
            <a:noAutofit/>
          </a:bodyPr>
          <a:lstStyle/>
          <a:p>
            <a:pPr marL="0" lvl="0" indent="0" algn="r" rtl="0">
              <a:lnSpc>
                <a:spcPct val="150000"/>
              </a:lnSpc>
              <a:spcBef>
                <a:spcPts val="0"/>
              </a:spcBef>
              <a:spcAft>
                <a:spcPts val="0"/>
              </a:spcAft>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Фамилия Имя Отчество</a:t>
            </a:r>
            <a:br>
              <a:rPr lang="ru-RU" sz="1800" b="1" dirty="0">
                <a:solidFill>
                  <a:schemeClr val="lt1"/>
                </a:solidFill>
                <a:latin typeface="Times New Roman"/>
                <a:ea typeface="Times New Roman"/>
                <a:cs typeface="Times New Roman"/>
                <a:sym typeface="Times New Roman"/>
              </a:rPr>
            </a:br>
            <a:r>
              <a:rPr lang="ru-RU" sz="1800" b="1" u="sng" dirty="0">
                <a:solidFill>
                  <a:schemeClr val="lt1"/>
                </a:solidFill>
                <a:latin typeface="Times New Roman"/>
                <a:ea typeface="Times New Roman"/>
                <a:cs typeface="Times New Roman"/>
                <a:sym typeface="Times New Roman"/>
              </a:rPr>
              <a:t>login@mail.ru</a:t>
            </a:r>
            <a:br>
              <a:rPr lang="ru-RU" sz="1800" b="1" u="sng" dirty="0">
                <a:solidFill>
                  <a:schemeClr val="lt1"/>
                </a:solidFill>
                <a:latin typeface="Times New Roman"/>
                <a:ea typeface="Times New Roman"/>
                <a:cs typeface="Times New Roman"/>
                <a:sym typeface="Times New Roman"/>
              </a:rPr>
            </a:br>
            <a:r>
              <a:rPr lang="ru-RU" sz="1800" b="1" dirty="0">
                <a:solidFill>
                  <a:schemeClr val="lt1"/>
                </a:solidFill>
                <a:latin typeface="Times New Roman"/>
                <a:ea typeface="Times New Roman"/>
                <a:cs typeface="Times New Roman"/>
                <a:sym typeface="Times New Roman"/>
              </a:rPr>
              <a:t>89999999999</a:t>
            </a:r>
            <a:endParaRPr sz="1800" b="1" dirty="0">
              <a:solidFill>
                <a:schemeClr val="lt1"/>
              </a:solidFill>
              <a:latin typeface="Times New Roman"/>
              <a:ea typeface="Times New Roman"/>
              <a:cs typeface="Times New Roman"/>
              <a:sym typeface="Times New Roman"/>
            </a:endParaRPr>
          </a:p>
        </p:txBody>
      </p:sp>
      <p:sp>
        <p:nvSpPr>
          <p:cNvPr id="3" name="Google Shape;282;p14"/>
          <p:cNvSpPr txBox="1">
            <a:spLocks/>
          </p:cNvSpPr>
          <p:nvPr/>
        </p:nvSpPr>
        <p:spPr>
          <a:xfrm>
            <a:off x="1034473" y="1745673"/>
            <a:ext cx="3546763" cy="468914"/>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50000"/>
              </a:lnSpc>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СОДЕРЖАНИЕ</a:t>
            </a:r>
          </a:p>
        </p:txBody>
      </p:sp>
      <p:sp>
        <p:nvSpPr>
          <p:cNvPr id="4" name="Google Shape;282;p14"/>
          <p:cNvSpPr txBox="1">
            <a:spLocks/>
          </p:cNvSpPr>
          <p:nvPr/>
        </p:nvSpPr>
        <p:spPr>
          <a:xfrm>
            <a:off x="1121417" y="3116062"/>
            <a:ext cx="3546763" cy="99429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lnSpc>
                <a:spcPct val="150000"/>
              </a:lnSpc>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Слайд 1 – Титульный </a:t>
            </a:r>
          </a:p>
          <a:p>
            <a:pPr algn="l">
              <a:lnSpc>
                <a:spcPct val="150000"/>
              </a:lnSpc>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Слайд 2 – Актуальность</a:t>
            </a:r>
          </a:p>
          <a:p>
            <a:pPr algn="l">
              <a:lnSpc>
                <a:spcPct val="150000"/>
              </a:lnSpc>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Слайд 3 – Тезисы</a:t>
            </a:r>
          </a:p>
          <a:p>
            <a:pPr algn="l">
              <a:lnSpc>
                <a:spcPct val="150000"/>
              </a:lnSpc>
              <a:buClr>
                <a:schemeClr val="lt1"/>
              </a:buClr>
              <a:buSzPts val="3200"/>
              <a:buFont typeface="Times New Roman"/>
              <a:buNone/>
            </a:pPr>
            <a:r>
              <a:rPr lang="ru-RU" sz="1800" b="1" dirty="0">
                <a:solidFill>
                  <a:schemeClr val="lt1"/>
                </a:solidFill>
                <a:latin typeface="Times New Roman"/>
                <a:ea typeface="Times New Roman"/>
                <a:cs typeface="Times New Roman"/>
                <a:sym typeface="Times New Roman"/>
              </a:rPr>
              <a:t>Слайд </a:t>
            </a:r>
            <a:r>
              <a:rPr lang="en-US" sz="1800" b="1" dirty="0">
                <a:solidFill>
                  <a:schemeClr val="lt1"/>
                </a:solidFill>
                <a:latin typeface="Times New Roman"/>
                <a:ea typeface="Times New Roman"/>
                <a:cs typeface="Times New Roman"/>
                <a:sym typeface="Times New Roman"/>
              </a:rPr>
              <a:t>N – </a:t>
            </a:r>
            <a:r>
              <a:rPr lang="ru-RU" sz="1800" b="1" dirty="0">
                <a:solidFill>
                  <a:schemeClr val="lt1"/>
                </a:solidFill>
                <a:latin typeface="Times New Roman"/>
                <a:ea typeface="Times New Roman"/>
                <a:cs typeface="Times New Roman"/>
                <a:sym typeface="Times New Roman"/>
              </a:rPr>
              <a:t>Заголовок слайда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TotalTime>
  <Words>649</Words>
  <Application>Microsoft Macintosh PowerPoint</Application>
  <PresentationFormat>Широкоэкранный</PresentationFormat>
  <Paragraphs>126</Paragraphs>
  <Slides>14</Slides>
  <Notes>14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Arial</vt:lpstr>
      <vt:lpstr>Calibri</vt:lpstr>
      <vt:lpstr>Calibri Light</vt:lpstr>
      <vt:lpstr>Noto Sans Symbols</vt:lpstr>
      <vt:lpstr>Times New Roman</vt:lpstr>
      <vt:lpstr>Тема Office</vt:lpstr>
      <vt:lpstr>ТЕМА: «РАЗРАБОТКА  DESKTOP-ПРИЛОЖЕНИЯ «AIRQUALITY»  НА ЯЗЫКЕ ПРОГРАММИРОВАНИЯ C# В СРЕДЕ РАЗРАБОТКИ VISUAL STUDIO»</vt:lpstr>
      <vt:lpstr>АКТУАЛЬНОСТЬ</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Фамилия Имя Отчество login@mail.ru 89999999999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«РАЗРАБОТКА МОБИЛЬНОГО ПРИЛОЖЕНИЯ  «INTERNET SECURITY» ДЛЯ ПЛАТФОРМЫ IOS С ИСПОЛЬЗОВАНИЕМ ЯЗЫКА ПРОГРАММИРОВАНИЯ SWIFT»</dc:title>
  <dc:creator>Николай Александрович Юнев</dc:creator>
  <cp:lastModifiedBy>Microsoft Office User</cp:lastModifiedBy>
  <cp:revision>12</cp:revision>
  <dcterms:created xsi:type="dcterms:W3CDTF">2021-03-12T10:02:12Z</dcterms:created>
  <dcterms:modified xsi:type="dcterms:W3CDTF">2022-05-28T08:17:26Z</dcterms:modified>
</cp:coreProperties>
</file>